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9A_DD0444CA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28"/>
  </p:notesMasterIdLst>
  <p:sldIdLst>
    <p:sldId id="256" r:id="rId5"/>
    <p:sldId id="413" r:id="rId6"/>
    <p:sldId id="405" r:id="rId7"/>
    <p:sldId id="409" r:id="rId8"/>
    <p:sldId id="410" r:id="rId9"/>
    <p:sldId id="411" r:id="rId10"/>
    <p:sldId id="412" r:id="rId11"/>
    <p:sldId id="408" r:id="rId12"/>
    <p:sldId id="406" r:id="rId13"/>
    <p:sldId id="257" r:id="rId14"/>
    <p:sldId id="348" r:id="rId15"/>
    <p:sldId id="407" r:id="rId16"/>
    <p:sldId id="390" r:id="rId17"/>
    <p:sldId id="415" r:id="rId18"/>
    <p:sldId id="258" r:id="rId19"/>
    <p:sldId id="395" r:id="rId20"/>
    <p:sldId id="391" r:id="rId21"/>
    <p:sldId id="394" r:id="rId22"/>
    <p:sldId id="396" r:id="rId23"/>
    <p:sldId id="400" r:id="rId24"/>
    <p:sldId id="399" r:id="rId25"/>
    <p:sldId id="397" r:id="rId26"/>
    <p:sldId id="40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078D0B3-F6F3-FD15-DC6E-26BA5EC39B8D}" name="Bosch, S.E. (Sander)" initials="BS(" userId="S::s.e.bosch@vu.nl::cf50b738-0124-477e-b300-20aec717a43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EF4FDA-15D9-46AE-85F8-908A04EC1BF4}" v="610" dt="2026-06-25T06:12:17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58" y="102"/>
      </p:cViewPr>
      <p:guideLst/>
    </p:cSldViewPr>
  </p:slideViewPr>
  <p:notesTextViewPr>
    <p:cViewPr>
      <p:scale>
        <a:sx n="1" d="1"/>
        <a:sy n="1" d="1"/>
      </p:scale>
      <p:origin x="0" y="-84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ts van der Graaf" userId="1491487f-26cc-4752-9b33-119bb1717d1f" providerId="ADAL" clId="{275B6B8E-08AE-460D-BE20-CED8B25190AF}"/>
    <pc:docChg chg="undo custSel addSld delSld modSld delMainMaster">
      <pc:chgData name="Maurits van der Graaf" userId="1491487f-26cc-4752-9b33-119bb1717d1f" providerId="ADAL" clId="{275B6B8E-08AE-460D-BE20-CED8B25190AF}" dt="2026-06-25T06:15:13.170" v="2326" actId="20577"/>
      <pc:docMkLst>
        <pc:docMk/>
      </pc:docMkLst>
      <pc:sldChg chg="modSp mod">
        <pc:chgData name="Maurits van der Graaf" userId="1491487f-26cc-4752-9b33-119bb1717d1f" providerId="ADAL" clId="{275B6B8E-08AE-460D-BE20-CED8B25190AF}" dt="2026-06-24T12:35:30.430" v="1358" actId="14100"/>
        <pc:sldMkLst>
          <pc:docMk/>
          <pc:sldMk cId="564385305" sldId="257"/>
        </pc:sldMkLst>
        <pc:spChg chg="mod">
          <ac:chgData name="Maurits van der Graaf" userId="1491487f-26cc-4752-9b33-119bb1717d1f" providerId="ADAL" clId="{275B6B8E-08AE-460D-BE20-CED8B25190AF}" dt="2026-06-24T12:35:30.430" v="1358" actId="14100"/>
          <ac:spMkLst>
            <pc:docMk/>
            <pc:sldMk cId="564385305" sldId="257"/>
            <ac:spMk id="3" creationId="{D1D8C05A-FE90-A43F-4B30-96BFF47A59BC}"/>
          </ac:spMkLst>
        </pc:spChg>
      </pc:sldChg>
      <pc:sldChg chg="addSp delSp modSp add mod delAnim">
        <pc:chgData name="Maurits van der Graaf" userId="1491487f-26cc-4752-9b33-119bb1717d1f" providerId="ADAL" clId="{275B6B8E-08AE-460D-BE20-CED8B25190AF}" dt="2026-06-24T14:25:43.703" v="1807" actId="21"/>
        <pc:sldMkLst>
          <pc:docMk/>
          <pc:sldMk cId="0" sldId="258"/>
        </pc:sldMkLst>
        <pc:spChg chg="add del mod">
          <ac:chgData name="Maurits van der Graaf" userId="1491487f-26cc-4752-9b33-119bb1717d1f" providerId="ADAL" clId="{275B6B8E-08AE-460D-BE20-CED8B25190AF}" dt="2026-06-24T14:25:43.703" v="1807" actId="21"/>
          <ac:spMkLst>
            <pc:docMk/>
            <pc:sldMk cId="0" sldId="258"/>
            <ac:spMk id="3" creationId="{917C9FC9-6E5E-040E-C2AB-08BFC8232EA1}"/>
          </ac:spMkLst>
        </pc:spChg>
        <pc:spChg chg="mod">
          <ac:chgData name="Maurits van der Graaf" userId="1491487f-26cc-4752-9b33-119bb1717d1f" providerId="ADAL" clId="{275B6B8E-08AE-460D-BE20-CED8B25190AF}" dt="2026-06-24T12:36:58.177" v="1420" actId="113"/>
          <ac:spMkLst>
            <pc:docMk/>
            <pc:sldMk cId="0" sldId="258"/>
            <ac:spMk id="330" creationId="{00000000-0000-0000-0000-000000000000}"/>
          </ac:spMkLst>
        </pc:spChg>
        <pc:spChg chg="mod">
          <ac:chgData name="Maurits van der Graaf" userId="1491487f-26cc-4752-9b33-119bb1717d1f" providerId="ADAL" clId="{275B6B8E-08AE-460D-BE20-CED8B25190AF}" dt="2026-06-24T12:34:32.525" v="1293" actId="14100"/>
          <ac:spMkLst>
            <pc:docMk/>
            <pc:sldMk cId="0" sldId="258"/>
            <ac:spMk id="332" creationId="{00000000-0000-0000-0000-000000000000}"/>
          </ac:spMkLst>
        </pc:spChg>
        <pc:spChg chg="mod">
          <ac:chgData name="Maurits van der Graaf" userId="1491487f-26cc-4752-9b33-119bb1717d1f" providerId="ADAL" clId="{275B6B8E-08AE-460D-BE20-CED8B25190AF}" dt="2026-06-24T12:34:24.665" v="1291" actId="14100"/>
          <ac:spMkLst>
            <pc:docMk/>
            <pc:sldMk cId="0" sldId="258"/>
            <ac:spMk id="333" creationId="{00000000-0000-0000-0000-000000000000}"/>
          </ac:spMkLst>
        </pc:spChg>
        <pc:spChg chg="mod">
          <ac:chgData name="Maurits van der Graaf" userId="1491487f-26cc-4752-9b33-119bb1717d1f" providerId="ADAL" clId="{275B6B8E-08AE-460D-BE20-CED8B25190AF}" dt="2026-06-24T12:34:10.345" v="1288" actId="6549"/>
          <ac:spMkLst>
            <pc:docMk/>
            <pc:sldMk cId="0" sldId="258"/>
            <ac:spMk id="334" creationId="{00000000-0000-0000-0000-000000000000}"/>
          </ac:spMkLst>
        </pc:spChg>
        <pc:spChg chg="del">
          <ac:chgData name="Maurits van der Graaf" userId="1491487f-26cc-4752-9b33-119bb1717d1f" providerId="ADAL" clId="{275B6B8E-08AE-460D-BE20-CED8B25190AF}" dt="2026-06-24T12:32:44.075" v="1098" actId="478"/>
          <ac:spMkLst>
            <pc:docMk/>
            <pc:sldMk cId="0" sldId="258"/>
            <ac:spMk id="342" creationId="{00000000-0000-0000-0000-000000000000}"/>
          </ac:spMkLst>
        </pc:spChg>
        <pc:picChg chg="mod">
          <ac:chgData name="Maurits van der Graaf" userId="1491487f-26cc-4752-9b33-119bb1717d1f" providerId="ADAL" clId="{275B6B8E-08AE-460D-BE20-CED8B25190AF}" dt="2026-06-24T12:31:46.002" v="1095" actId="1582"/>
          <ac:picMkLst>
            <pc:docMk/>
            <pc:sldMk cId="0" sldId="258"/>
            <ac:picMk id="343" creationId="{00000000-0000-0000-0000-000000000000}"/>
          </ac:picMkLst>
        </pc:picChg>
        <pc:picChg chg="mod">
          <ac:chgData name="Maurits van der Graaf" userId="1491487f-26cc-4752-9b33-119bb1717d1f" providerId="ADAL" clId="{275B6B8E-08AE-460D-BE20-CED8B25190AF}" dt="2026-06-24T12:31:46.002" v="1095" actId="1582"/>
          <ac:picMkLst>
            <pc:docMk/>
            <pc:sldMk cId="0" sldId="258"/>
            <ac:picMk id="344" creationId="{00000000-0000-0000-0000-000000000000}"/>
          </ac:picMkLst>
        </pc:picChg>
        <pc:picChg chg="mod">
          <ac:chgData name="Maurits van der Graaf" userId="1491487f-26cc-4752-9b33-119bb1717d1f" providerId="ADAL" clId="{275B6B8E-08AE-460D-BE20-CED8B25190AF}" dt="2026-06-24T12:31:58.011" v="1097" actId="1582"/>
          <ac:picMkLst>
            <pc:docMk/>
            <pc:sldMk cId="0" sldId="258"/>
            <ac:picMk id="346" creationId="{00000000-0000-0000-0000-000000000000}"/>
          </ac:picMkLst>
        </pc:picChg>
        <pc:picChg chg="mod">
          <ac:chgData name="Maurits van der Graaf" userId="1491487f-26cc-4752-9b33-119bb1717d1f" providerId="ADAL" clId="{275B6B8E-08AE-460D-BE20-CED8B25190AF}" dt="2026-06-24T12:31:58.011" v="1097" actId="1582"/>
          <ac:picMkLst>
            <pc:docMk/>
            <pc:sldMk cId="0" sldId="258"/>
            <ac:picMk id="347" creationId="{00000000-0000-0000-0000-000000000000}"/>
          </ac:picMkLst>
        </pc:picChg>
      </pc:sldChg>
      <pc:sldChg chg="modSp add del mod">
        <pc:chgData name="Maurits van der Graaf" userId="1491487f-26cc-4752-9b33-119bb1717d1f" providerId="ADAL" clId="{275B6B8E-08AE-460D-BE20-CED8B25190AF}" dt="2026-06-24T12:25:12.053" v="1071" actId="47"/>
        <pc:sldMkLst>
          <pc:docMk/>
          <pc:sldMk cId="265464103" sldId="259"/>
        </pc:sldMkLst>
        <pc:spChg chg="mod">
          <ac:chgData name="Maurits van der Graaf" userId="1491487f-26cc-4752-9b33-119bb1717d1f" providerId="ADAL" clId="{275B6B8E-08AE-460D-BE20-CED8B25190AF}" dt="2026-06-24T12:23:09.326" v="1069" actId="20577"/>
          <ac:spMkLst>
            <pc:docMk/>
            <pc:sldMk cId="265464103" sldId="259"/>
            <ac:spMk id="285" creationId="{7C0C6E9F-2A3F-407E-2B6E-117522F17260}"/>
          </ac:spMkLst>
        </pc:spChg>
        <pc:grpChg chg="mod">
          <ac:chgData name="Maurits van der Graaf" userId="1491487f-26cc-4752-9b33-119bb1717d1f" providerId="ADAL" clId="{275B6B8E-08AE-460D-BE20-CED8B25190AF}" dt="2026-06-24T12:23:14.373" v="1070" actId="1076"/>
          <ac:grpSpMkLst>
            <pc:docMk/>
            <pc:sldMk cId="265464103" sldId="259"/>
            <ac:grpSpMk id="282" creationId="{6DC27A5C-B000-FEF8-DD4F-E1DBB5D1DBAE}"/>
          </ac:grpSpMkLst>
        </pc:grpChg>
        <pc:grpChg chg="mod">
          <ac:chgData name="Maurits van der Graaf" userId="1491487f-26cc-4752-9b33-119bb1717d1f" providerId="ADAL" clId="{275B6B8E-08AE-460D-BE20-CED8B25190AF}" dt="2026-06-24T12:22:17.283" v="1017" actId="1076"/>
          <ac:grpSpMkLst>
            <pc:docMk/>
            <pc:sldMk cId="265464103" sldId="259"/>
            <ac:grpSpMk id="295" creationId="{D05C1F85-3065-084E-9CC0-44878622773F}"/>
          </ac:grpSpMkLst>
        </pc:grpChg>
      </pc:sldChg>
      <pc:sldChg chg="modAnim">
        <pc:chgData name="Maurits van der Graaf" userId="1491487f-26cc-4752-9b33-119bb1717d1f" providerId="ADAL" clId="{275B6B8E-08AE-460D-BE20-CED8B25190AF}" dt="2026-06-24T15:14:49.443" v="1833"/>
        <pc:sldMkLst>
          <pc:docMk/>
          <pc:sldMk cId="3676027712" sldId="348"/>
        </pc:sldMkLst>
      </pc:sldChg>
      <pc:sldChg chg="modSp mod">
        <pc:chgData name="Maurits van der Graaf" userId="1491487f-26cc-4752-9b33-119bb1717d1f" providerId="ADAL" clId="{275B6B8E-08AE-460D-BE20-CED8B25190AF}" dt="2026-06-24T12:35:04.243" v="1336" actId="6549"/>
        <pc:sldMkLst>
          <pc:docMk/>
          <pc:sldMk cId="3153549860" sldId="390"/>
        </pc:sldMkLst>
        <pc:spChg chg="mod">
          <ac:chgData name="Maurits van der Graaf" userId="1491487f-26cc-4752-9b33-119bb1717d1f" providerId="ADAL" clId="{275B6B8E-08AE-460D-BE20-CED8B25190AF}" dt="2026-06-24T12:35:04.243" v="1336" actId="6549"/>
          <ac:spMkLst>
            <pc:docMk/>
            <pc:sldMk cId="3153549860" sldId="390"/>
            <ac:spMk id="2" creationId="{EE38DC97-B1A8-1BBB-8AFD-9FC3B7330B74}"/>
          </ac:spMkLst>
        </pc:spChg>
      </pc:sldChg>
      <pc:sldChg chg="modSp mod">
        <pc:chgData name="Maurits van der Graaf" userId="1491487f-26cc-4752-9b33-119bb1717d1f" providerId="ADAL" clId="{275B6B8E-08AE-460D-BE20-CED8B25190AF}" dt="2026-06-25T06:09:28.907" v="1843" actId="20577"/>
        <pc:sldMkLst>
          <pc:docMk/>
          <pc:sldMk cId="2213297068" sldId="391"/>
        </pc:sldMkLst>
        <pc:spChg chg="mod">
          <ac:chgData name="Maurits van der Graaf" userId="1491487f-26cc-4752-9b33-119bb1717d1f" providerId="ADAL" clId="{275B6B8E-08AE-460D-BE20-CED8B25190AF}" dt="2026-06-25T06:09:28.907" v="1843" actId="20577"/>
          <ac:spMkLst>
            <pc:docMk/>
            <pc:sldMk cId="2213297068" sldId="391"/>
            <ac:spMk id="2" creationId="{7B1B27BF-FD77-90F9-F2C3-1612FECFF751}"/>
          </ac:spMkLst>
        </pc:spChg>
      </pc:sldChg>
      <pc:sldChg chg="modSp">
        <pc:chgData name="Maurits van der Graaf" userId="1491487f-26cc-4752-9b33-119bb1717d1f" providerId="ADAL" clId="{275B6B8E-08AE-460D-BE20-CED8B25190AF}" dt="2026-06-25T06:08:52.727" v="1837" actId="6549"/>
        <pc:sldMkLst>
          <pc:docMk/>
          <pc:sldMk cId="3936515165" sldId="395"/>
        </pc:sldMkLst>
        <pc:spChg chg="mod">
          <ac:chgData name="Maurits van der Graaf" userId="1491487f-26cc-4752-9b33-119bb1717d1f" providerId="ADAL" clId="{275B6B8E-08AE-460D-BE20-CED8B25190AF}" dt="2026-06-25T06:08:52.727" v="1837" actId="6549"/>
          <ac:spMkLst>
            <pc:docMk/>
            <pc:sldMk cId="3936515165" sldId="395"/>
            <ac:spMk id="5" creationId="{573D4C50-0065-93F6-BFDE-A661D55619E8}"/>
          </ac:spMkLst>
        </pc:spChg>
      </pc:sldChg>
      <pc:sldChg chg="modSp mod">
        <pc:chgData name="Maurits van der Graaf" userId="1491487f-26cc-4752-9b33-119bb1717d1f" providerId="ADAL" clId="{275B6B8E-08AE-460D-BE20-CED8B25190AF}" dt="2026-06-24T12:37:29.461" v="1421" actId="207"/>
        <pc:sldMkLst>
          <pc:docMk/>
          <pc:sldMk cId="1743240997" sldId="396"/>
        </pc:sldMkLst>
        <pc:spChg chg="mod">
          <ac:chgData name="Maurits van der Graaf" userId="1491487f-26cc-4752-9b33-119bb1717d1f" providerId="ADAL" clId="{275B6B8E-08AE-460D-BE20-CED8B25190AF}" dt="2026-06-24T12:37:29.461" v="1421" actId="207"/>
          <ac:spMkLst>
            <pc:docMk/>
            <pc:sldMk cId="1743240997" sldId="396"/>
            <ac:spMk id="22" creationId="{DA6E1A2D-722F-F4EC-284B-25C114B2E10A}"/>
          </ac:spMkLst>
        </pc:spChg>
        <pc:spChg chg="mod">
          <ac:chgData name="Maurits van der Graaf" userId="1491487f-26cc-4752-9b33-119bb1717d1f" providerId="ADAL" clId="{275B6B8E-08AE-460D-BE20-CED8B25190AF}" dt="2026-06-24T12:37:29.461" v="1421" actId="207"/>
          <ac:spMkLst>
            <pc:docMk/>
            <pc:sldMk cId="1743240997" sldId="396"/>
            <ac:spMk id="23" creationId="{36B18307-E722-D8B7-1DDA-6E5E96E07F2B}"/>
          </ac:spMkLst>
        </pc:spChg>
        <pc:spChg chg="mod">
          <ac:chgData name="Maurits van der Graaf" userId="1491487f-26cc-4752-9b33-119bb1717d1f" providerId="ADAL" clId="{275B6B8E-08AE-460D-BE20-CED8B25190AF}" dt="2026-06-24T12:37:29.461" v="1421" actId="207"/>
          <ac:spMkLst>
            <pc:docMk/>
            <pc:sldMk cId="1743240997" sldId="396"/>
            <ac:spMk id="24" creationId="{F3033AF9-A674-1C79-CC30-A69A0ABED0D7}"/>
          </ac:spMkLst>
        </pc:spChg>
        <pc:spChg chg="mod">
          <ac:chgData name="Maurits van der Graaf" userId="1491487f-26cc-4752-9b33-119bb1717d1f" providerId="ADAL" clId="{275B6B8E-08AE-460D-BE20-CED8B25190AF}" dt="2026-06-24T12:37:29.461" v="1421" actId="207"/>
          <ac:spMkLst>
            <pc:docMk/>
            <pc:sldMk cId="1743240997" sldId="396"/>
            <ac:spMk id="25" creationId="{1EE652EE-88BE-971B-7D07-7A86B91973DF}"/>
          </ac:spMkLst>
        </pc:spChg>
      </pc:sldChg>
      <pc:sldChg chg="modSp mod modNotesTx">
        <pc:chgData name="Maurits van der Graaf" userId="1491487f-26cc-4752-9b33-119bb1717d1f" providerId="ADAL" clId="{275B6B8E-08AE-460D-BE20-CED8B25190AF}" dt="2026-06-25T06:15:13.170" v="2326" actId="20577"/>
        <pc:sldMkLst>
          <pc:docMk/>
          <pc:sldMk cId="3239010545" sldId="397"/>
        </pc:sldMkLst>
        <pc:spChg chg="mod">
          <ac:chgData name="Maurits van der Graaf" userId="1491487f-26cc-4752-9b33-119bb1717d1f" providerId="ADAL" clId="{275B6B8E-08AE-460D-BE20-CED8B25190AF}" dt="2026-06-25T06:11:37.135" v="1848" actId="255"/>
          <ac:spMkLst>
            <pc:docMk/>
            <pc:sldMk cId="3239010545" sldId="397"/>
            <ac:spMk id="12" creationId="{3083F01A-4600-CD25-EF78-E56AEC67502E}"/>
          </ac:spMkLst>
        </pc:spChg>
        <pc:spChg chg="mod">
          <ac:chgData name="Maurits van der Graaf" userId="1491487f-26cc-4752-9b33-119bb1717d1f" providerId="ADAL" clId="{275B6B8E-08AE-460D-BE20-CED8B25190AF}" dt="2026-06-25T06:11:24.822" v="1846" actId="255"/>
          <ac:spMkLst>
            <pc:docMk/>
            <pc:sldMk cId="3239010545" sldId="397"/>
            <ac:spMk id="13" creationId="{D31534E7-CD59-D1F3-76A2-5BCE02741285}"/>
          </ac:spMkLst>
        </pc:spChg>
        <pc:spChg chg="mod">
          <ac:chgData name="Maurits van der Graaf" userId="1491487f-26cc-4752-9b33-119bb1717d1f" providerId="ADAL" clId="{275B6B8E-08AE-460D-BE20-CED8B25190AF}" dt="2026-06-25T06:12:17.103" v="1858" actId="5793"/>
          <ac:spMkLst>
            <pc:docMk/>
            <pc:sldMk cId="3239010545" sldId="397"/>
            <ac:spMk id="14" creationId="{08EDDB9A-53D5-95BD-FC8E-BF8628FC7856}"/>
          </ac:spMkLst>
        </pc:spChg>
        <pc:spChg chg="mod">
          <ac:chgData name="Maurits van der Graaf" userId="1491487f-26cc-4752-9b33-119bb1717d1f" providerId="ADAL" clId="{275B6B8E-08AE-460D-BE20-CED8B25190AF}" dt="2026-06-25T06:11:30.349" v="1847" actId="255"/>
          <ac:spMkLst>
            <pc:docMk/>
            <pc:sldMk cId="3239010545" sldId="397"/>
            <ac:spMk id="15" creationId="{9BEF5A50-60CA-416F-B388-43FD5CE9FF45}"/>
          </ac:spMkLst>
        </pc:spChg>
        <pc:spChg chg="mod">
          <ac:chgData name="Maurits van der Graaf" userId="1491487f-26cc-4752-9b33-119bb1717d1f" providerId="ADAL" clId="{275B6B8E-08AE-460D-BE20-CED8B25190AF}" dt="2026-06-24T12:44:38.099" v="1779" actId="20577"/>
          <ac:spMkLst>
            <pc:docMk/>
            <pc:sldMk cId="3239010545" sldId="397"/>
            <ac:spMk id="17" creationId="{A056DAA6-909B-BCC9-0A60-85EA83D2AA7D}"/>
          </ac:spMkLst>
        </pc:spChg>
        <pc:spChg chg="mod">
          <ac:chgData name="Maurits van der Graaf" userId="1491487f-26cc-4752-9b33-119bb1717d1f" providerId="ADAL" clId="{275B6B8E-08AE-460D-BE20-CED8B25190AF}" dt="2026-06-24T12:43:41.804" v="1703" actId="6549"/>
          <ac:spMkLst>
            <pc:docMk/>
            <pc:sldMk cId="3239010545" sldId="397"/>
            <ac:spMk id="18" creationId="{C425D7F0-3924-590B-8E09-07E83AF0BDCC}"/>
          </ac:spMkLst>
        </pc:spChg>
        <pc:spChg chg="mod">
          <ac:chgData name="Maurits van der Graaf" userId="1491487f-26cc-4752-9b33-119bb1717d1f" providerId="ADAL" clId="{275B6B8E-08AE-460D-BE20-CED8B25190AF}" dt="2026-06-25T06:12:06.280" v="1854" actId="12"/>
          <ac:spMkLst>
            <pc:docMk/>
            <pc:sldMk cId="3239010545" sldId="397"/>
            <ac:spMk id="20" creationId="{BE4DD3FB-B9E2-AD11-DB75-2E3C6EF6B30B}"/>
          </ac:spMkLst>
        </pc:spChg>
        <pc:spChg chg="mod">
          <ac:chgData name="Maurits van der Graaf" userId="1491487f-26cc-4752-9b33-119bb1717d1f" providerId="ADAL" clId="{275B6B8E-08AE-460D-BE20-CED8B25190AF}" dt="2026-06-24T12:45:42.627" v="1805" actId="207"/>
          <ac:spMkLst>
            <pc:docMk/>
            <pc:sldMk cId="3239010545" sldId="397"/>
            <ac:spMk id="21" creationId="{88664ECE-0CA4-6EC5-8F69-D542FE058330}"/>
          </ac:spMkLst>
        </pc:spChg>
      </pc:sldChg>
      <pc:sldChg chg="addSp modSp mod modAnim">
        <pc:chgData name="Maurits van der Graaf" userId="1491487f-26cc-4752-9b33-119bb1717d1f" providerId="ADAL" clId="{275B6B8E-08AE-460D-BE20-CED8B25190AF}" dt="2026-06-24T15:13:35.869" v="1831"/>
        <pc:sldMkLst>
          <pc:docMk/>
          <pc:sldMk cId="2869693207" sldId="400"/>
        </pc:sldMkLst>
        <pc:spChg chg="mod">
          <ac:chgData name="Maurits van der Graaf" userId="1491487f-26cc-4752-9b33-119bb1717d1f" providerId="ADAL" clId="{275B6B8E-08AE-460D-BE20-CED8B25190AF}" dt="2026-06-24T12:38:57.213" v="1434" actId="1076"/>
          <ac:spMkLst>
            <pc:docMk/>
            <pc:sldMk cId="2869693207" sldId="400"/>
            <ac:spMk id="31" creationId="{1725C292-1B57-3D0C-1C5F-F89536E6C340}"/>
          </ac:spMkLst>
        </pc:spChg>
        <pc:cxnChg chg="add">
          <ac:chgData name="Maurits van der Graaf" userId="1491487f-26cc-4752-9b33-119bb1717d1f" providerId="ADAL" clId="{275B6B8E-08AE-460D-BE20-CED8B25190AF}" dt="2026-06-24T12:37:59.282" v="1422" actId="11529"/>
          <ac:cxnSpMkLst>
            <pc:docMk/>
            <pc:sldMk cId="2869693207" sldId="400"/>
            <ac:cxnSpMk id="4" creationId="{720E443B-F480-31E1-F1A0-7F45E97BFD6C}"/>
          </ac:cxnSpMkLst>
        </pc:cxnChg>
        <pc:cxnChg chg="add mod">
          <ac:chgData name="Maurits van der Graaf" userId="1491487f-26cc-4752-9b33-119bb1717d1f" providerId="ADAL" clId="{275B6B8E-08AE-460D-BE20-CED8B25190AF}" dt="2026-06-24T12:38:26.478" v="1427" actId="14100"/>
          <ac:cxnSpMkLst>
            <pc:docMk/>
            <pc:sldMk cId="2869693207" sldId="400"/>
            <ac:cxnSpMk id="5" creationId="{50441B02-3513-95AE-A943-3E5E2AC5D785}"/>
          </ac:cxnSpMkLst>
        </pc:cxnChg>
        <pc:cxnChg chg="add mod">
          <ac:chgData name="Maurits van der Graaf" userId="1491487f-26cc-4752-9b33-119bb1717d1f" providerId="ADAL" clId="{275B6B8E-08AE-460D-BE20-CED8B25190AF}" dt="2026-06-24T12:38:39.386" v="1431" actId="14100"/>
          <ac:cxnSpMkLst>
            <pc:docMk/>
            <pc:sldMk cId="2869693207" sldId="400"/>
            <ac:cxnSpMk id="9" creationId="{2EBF8193-7645-4909-BD66-46E8CBC8252F}"/>
          </ac:cxnSpMkLst>
        </pc:cxnChg>
        <pc:cxnChg chg="add mod">
          <ac:chgData name="Maurits van der Graaf" userId="1491487f-26cc-4752-9b33-119bb1717d1f" providerId="ADAL" clId="{275B6B8E-08AE-460D-BE20-CED8B25190AF}" dt="2026-06-24T12:38:44.999" v="1432"/>
          <ac:cxnSpMkLst>
            <pc:docMk/>
            <pc:sldMk cId="2869693207" sldId="400"/>
            <ac:cxnSpMk id="11" creationId="{9FB5D861-69E8-FC77-02F7-A93F89FCA7AE}"/>
          </ac:cxnSpMkLst>
        </pc:cxnChg>
        <pc:cxnChg chg="add mod">
          <ac:chgData name="Maurits van der Graaf" userId="1491487f-26cc-4752-9b33-119bb1717d1f" providerId="ADAL" clId="{275B6B8E-08AE-460D-BE20-CED8B25190AF}" dt="2026-06-24T12:39:13.529" v="1437" actId="14100"/>
          <ac:cxnSpMkLst>
            <pc:docMk/>
            <pc:sldMk cId="2869693207" sldId="400"/>
            <ac:cxnSpMk id="12" creationId="{97CF7D55-69ED-5D7D-CA8E-47B1E61173BA}"/>
          </ac:cxnSpMkLst>
        </pc:cxnChg>
        <pc:cxnChg chg="add mod">
          <ac:chgData name="Maurits van der Graaf" userId="1491487f-26cc-4752-9b33-119bb1717d1f" providerId="ADAL" clId="{275B6B8E-08AE-460D-BE20-CED8B25190AF}" dt="2026-06-24T12:39:32.946" v="1440" actId="14100"/>
          <ac:cxnSpMkLst>
            <pc:docMk/>
            <pc:sldMk cId="2869693207" sldId="400"/>
            <ac:cxnSpMk id="15" creationId="{25A653A5-9ACA-0EA4-8DA9-E2199BC24F5E}"/>
          </ac:cxnSpMkLst>
        </pc:cxnChg>
      </pc:sldChg>
      <pc:sldChg chg="del">
        <pc:chgData name="Maurits van der Graaf" userId="1491487f-26cc-4752-9b33-119bb1717d1f" providerId="ADAL" clId="{275B6B8E-08AE-460D-BE20-CED8B25190AF}" dt="2026-06-24T12:09:21.429" v="958" actId="47"/>
        <pc:sldMkLst>
          <pc:docMk/>
          <pc:sldMk cId="4148293150" sldId="403"/>
        </pc:sldMkLst>
      </pc:sldChg>
      <pc:sldChg chg="modSp mod">
        <pc:chgData name="Maurits van der Graaf" userId="1491487f-26cc-4752-9b33-119bb1717d1f" providerId="ADAL" clId="{275B6B8E-08AE-460D-BE20-CED8B25190AF}" dt="2026-06-24T12:43:00.293" v="1637" actId="20577"/>
        <pc:sldMkLst>
          <pc:docMk/>
          <pc:sldMk cId="3195667098" sldId="404"/>
        </pc:sldMkLst>
        <pc:spChg chg="mod">
          <ac:chgData name="Maurits van der Graaf" userId="1491487f-26cc-4752-9b33-119bb1717d1f" providerId="ADAL" clId="{275B6B8E-08AE-460D-BE20-CED8B25190AF}" dt="2026-06-24T12:43:00.293" v="1637" actId="20577"/>
          <ac:spMkLst>
            <pc:docMk/>
            <pc:sldMk cId="3195667098" sldId="404"/>
            <ac:spMk id="3" creationId="{684E2E5D-2C68-EEFE-D13A-DC7CD2E6AD55}"/>
          </ac:spMkLst>
        </pc:spChg>
      </pc:sldChg>
      <pc:sldChg chg="modSp mod">
        <pc:chgData name="Maurits van der Graaf" userId="1491487f-26cc-4752-9b33-119bb1717d1f" providerId="ADAL" clId="{275B6B8E-08AE-460D-BE20-CED8B25190AF}" dt="2026-06-24T12:12:54.136" v="1005" actId="20577"/>
        <pc:sldMkLst>
          <pc:docMk/>
          <pc:sldMk cId="3209288623" sldId="406"/>
        </pc:sldMkLst>
        <pc:spChg chg="mod">
          <ac:chgData name="Maurits van der Graaf" userId="1491487f-26cc-4752-9b33-119bb1717d1f" providerId="ADAL" clId="{275B6B8E-08AE-460D-BE20-CED8B25190AF}" dt="2026-06-24T12:12:54.136" v="1005" actId="20577"/>
          <ac:spMkLst>
            <pc:docMk/>
            <pc:sldMk cId="3209288623" sldId="406"/>
            <ac:spMk id="4" creationId="{8F1CB689-18BD-308F-35D4-C0C8027B5A64}"/>
          </ac:spMkLst>
        </pc:spChg>
      </pc:sldChg>
      <pc:sldChg chg="modSp mod">
        <pc:chgData name="Maurits van der Graaf" userId="1491487f-26cc-4752-9b33-119bb1717d1f" providerId="ADAL" clId="{275B6B8E-08AE-460D-BE20-CED8B25190AF}" dt="2026-06-24T12:09:46.940" v="960" actId="207"/>
        <pc:sldMkLst>
          <pc:docMk/>
          <pc:sldMk cId="3619947000" sldId="409"/>
        </pc:sldMkLst>
        <pc:spChg chg="mod">
          <ac:chgData name="Maurits van der Graaf" userId="1491487f-26cc-4752-9b33-119bb1717d1f" providerId="ADAL" clId="{275B6B8E-08AE-460D-BE20-CED8B25190AF}" dt="2026-06-24T12:09:46.940" v="960" actId="207"/>
          <ac:spMkLst>
            <pc:docMk/>
            <pc:sldMk cId="3619947000" sldId="409"/>
            <ac:spMk id="3" creationId="{B8804893-4BE8-F978-9F6D-A1A75B79702A}"/>
          </ac:spMkLst>
        </pc:spChg>
      </pc:sldChg>
      <pc:sldChg chg="addSp modSp new mod">
        <pc:chgData name="Maurits van der Graaf" userId="1491487f-26cc-4752-9b33-119bb1717d1f" providerId="ADAL" clId="{275B6B8E-08AE-460D-BE20-CED8B25190AF}" dt="2026-06-24T12:09:05.800" v="957" actId="6549"/>
        <pc:sldMkLst>
          <pc:docMk/>
          <pc:sldMk cId="155507127" sldId="413"/>
        </pc:sldMkLst>
        <pc:spChg chg="mod">
          <ac:chgData name="Maurits van der Graaf" userId="1491487f-26cc-4752-9b33-119bb1717d1f" providerId="ADAL" clId="{275B6B8E-08AE-460D-BE20-CED8B25190AF}" dt="2026-06-24T11:56:26.498" v="14" actId="113"/>
          <ac:spMkLst>
            <pc:docMk/>
            <pc:sldMk cId="155507127" sldId="413"/>
            <ac:spMk id="2" creationId="{3976A487-7362-37B8-E809-C5F055FF7FAA}"/>
          </ac:spMkLst>
        </pc:spChg>
        <pc:spChg chg="mod">
          <ac:chgData name="Maurits van der Graaf" userId="1491487f-26cc-4752-9b33-119bb1717d1f" providerId="ADAL" clId="{275B6B8E-08AE-460D-BE20-CED8B25190AF}" dt="2026-06-24T12:03:52.904" v="517" actId="20577"/>
          <ac:spMkLst>
            <pc:docMk/>
            <pc:sldMk cId="155507127" sldId="413"/>
            <ac:spMk id="3" creationId="{42E2A97B-DA7A-0DCC-9DE6-17FE43B08E91}"/>
          </ac:spMkLst>
        </pc:spChg>
        <pc:spChg chg="add mod">
          <ac:chgData name="Maurits van der Graaf" userId="1491487f-26cc-4752-9b33-119bb1717d1f" providerId="ADAL" clId="{275B6B8E-08AE-460D-BE20-CED8B25190AF}" dt="2026-06-24T12:08:44.823" v="940" actId="113"/>
          <ac:spMkLst>
            <pc:docMk/>
            <pc:sldMk cId="155507127" sldId="413"/>
            <ac:spMk id="4" creationId="{BF34A5D1-F804-9386-4019-4F1531FA3F69}"/>
          </ac:spMkLst>
        </pc:spChg>
        <pc:spChg chg="add mod">
          <ac:chgData name="Maurits van der Graaf" userId="1491487f-26cc-4752-9b33-119bb1717d1f" providerId="ADAL" clId="{275B6B8E-08AE-460D-BE20-CED8B25190AF}" dt="2026-06-24T12:09:05.800" v="957" actId="6549"/>
          <ac:spMkLst>
            <pc:docMk/>
            <pc:sldMk cId="155507127" sldId="413"/>
            <ac:spMk id="5" creationId="{5AB034C0-0711-A985-EB83-DEBA32C760C4}"/>
          </ac:spMkLst>
        </pc:spChg>
      </pc:sldChg>
      <pc:sldChg chg="addSp modSp new del">
        <pc:chgData name="Maurits van der Graaf" userId="1491487f-26cc-4752-9b33-119bb1717d1f" providerId="ADAL" clId="{275B6B8E-08AE-460D-BE20-CED8B25190AF}" dt="2026-06-24T12:20:32.474" v="1013" actId="680"/>
        <pc:sldMkLst>
          <pc:docMk/>
          <pc:sldMk cId="688593680" sldId="414"/>
        </pc:sldMkLst>
        <pc:spChg chg="add mod">
          <ac:chgData name="Maurits van der Graaf" userId="1491487f-26cc-4752-9b33-119bb1717d1f" providerId="ADAL" clId="{275B6B8E-08AE-460D-BE20-CED8B25190AF}" dt="2026-06-24T12:20:21.932" v="1012"/>
          <ac:spMkLst>
            <pc:docMk/>
            <pc:sldMk cId="688593680" sldId="414"/>
            <ac:spMk id="5" creationId="{2CECD359-AA36-8657-3A10-98930C563F19}"/>
          </ac:spMkLst>
        </pc:spChg>
        <pc:spChg chg="add mod">
          <ac:chgData name="Maurits van der Graaf" userId="1491487f-26cc-4752-9b33-119bb1717d1f" providerId="ADAL" clId="{275B6B8E-08AE-460D-BE20-CED8B25190AF}" dt="2026-06-24T12:20:21.932" v="1012"/>
          <ac:spMkLst>
            <pc:docMk/>
            <pc:sldMk cId="688593680" sldId="414"/>
            <ac:spMk id="6" creationId="{376EBC62-8A69-3D3D-01EA-7B6D5947FEE2}"/>
          </ac:spMkLst>
        </pc:spChg>
        <pc:spChg chg="add mod">
          <ac:chgData name="Maurits van der Graaf" userId="1491487f-26cc-4752-9b33-119bb1717d1f" providerId="ADAL" clId="{275B6B8E-08AE-460D-BE20-CED8B25190AF}" dt="2026-06-24T12:20:21.932" v="1012"/>
          <ac:spMkLst>
            <pc:docMk/>
            <pc:sldMk cId="688593680" sldId="414"/>
            <ac:spMk id="7" creationId="{01921EC4-18DE-B9B4-051F-9DA9E3930497}"/>
          </ac:spMkLst>
        </pc:spChg>
        <pc:spChg chg="add mod">
          <ac:chgData name="Maurits van der Graaf" userId="1491487f-26cc-4752-9b33-119bb1717d1f" providerId="ADAL" clId="{275B6B8E-08AE-460D-BE20-CED8B25190AF}" dt="2026-06-24T12:20:16.629" v="1011"/>
          <ac:spMkLst>
            <pc:docMk/>
            <pc:sldMk cId="688593680" sldId="414"/>
            <ac:spMk id="20" creationId="{68EB1CC8-773C-1EBF-5981-7DE16697C39A}"/>
          </ac:spMkLst>
        </pc:spChg>
        <pc:spChg chg="add mod">
          <ac:chgData name="Maurits van der Graaf" userId="1491487f-26cc-4752-9b33-119bb1717d1f" providerId="ADAL" clId="{275B6B8E-08AE-460D-BE20-CED8B25190AF}" dt="2026-06-24T12:20:16.629" v="1011"/>
          <ac:spMkLst>
            <pc:docMk/>
            <pc:sldMk cId="688593680" sldId="414"/>
            <ac:spMk id="21" creationId="{512212AB-6BE5-3E1C-1C5D-45F98CBEB8E9}"/>
          </ac:spMkLst>
        </pc:spChg>
        <pc:picChg chg="mod">
          <ac:chgData name="Maurits van der Graaf" userId="1491487f-26cc-4752-9b33-119bb1717d1f" providerId="ADAL" clId="{275B6B8E-08AE-460D-BE20-CED8B25190AF}" dt="2026-06-24T12:20:16.629" v="1011"/>
          <ac:picMkLst>
            <pc:docMk/>
            <pc:sldMk cId="688593680" sldId="414"/>
            <ac:picMk id="10" creationId="{5BE54E4A-C877-2873-1BC7-E4CCC7D00BDD}"/>
          </ac:picMkLst>
        </pc:picChg>
        <pc:picChg chg="mod">
          <ac:chgData name="Maurits van der Graaf" userId="1491487f-26cc-4752-9b33-119bb1717d1f" providerId="ADAL" clId="{275B6B8E-08AE-460D-BE20-CED8B25190AF}" dt="2026-06-24T12:20:16.629" v="1011"/>
          <ac:picMkLst>
            <pc:docMk/>
            <pc:sldMk cId="688593680" sldId="414"/>
            <ac:picMk id="19" creationId="{DCBBA715-55C1-2627-7F1F-BD726942FCB6}"/>
          </ac:picMkLst>
        </pc:picChg>
        <pc:picChg chg="mod">
          <ac:chgData name="Maurits van der Graaf" userId="1491487f-26cc-4752-9b33-119bb1717d1f" providerId="ADAL" clId="{275B6B8E-08AE-460D-BE20-CED8B25190AF}" dt="2026-06-24T12:20:16.629" v="1011"/>
          <ac:picMkLst>
            <pc:docMk/>
            <pc:sldMk cId="688593680" sldId="414"/>
            <ac:picMk id="23" creationId="{F69AC8EA-8198-D4A2-C5FD-46D8A8B77364}"/>
          </ac:picMkLst>
        </pc:picChg>
        <pc:picChg chg="mod">
          <ac:chgData name="Maurits van der Graaf" userId="1491487f-26cc-4752-9b33-119bb1717d1f" providerId="ADAL" clId="{275B6B8E-08AE-460D-BE20-CED8B25190AF}" dt="2026-06-24T12:20:16.629" v="1011"/>
          <ac:picMkLst>
            <pc:docMk/>
            <pc:sldMk cId="688593680" sldId="414"/>
            <ac:picMk id="24" creationId="{EE79DE9C-70D0-2E14-9159-ACC87EAA76E2}"/>
          </ac:picMkLst>
        </pc:picChg>
        <pc:picChg chg="mod">
          <ac:chgData name="Maurits van der Graaf" userId="1491487f-26cc-4752-9b33-119bb1717d1f" providerId="ADAL" clId="{275B6B8E-08AE-460D-BE20-CED8B25190AF}" dt="2026-06-24T12:20:16.629" v="1011"/>
          <ac:picMkLst>
            <pc:docMk/>
            <pc:sldMk cId="688593680" sldId="414"/>
            <ac:picMk id="32" creationId="{8C05926A-DFCB-47F0-6DE1-40C69A79C393}"/>
          </ac:picMkLst>
        </pc:picChg>
      </pc:sldChg>
      <pc:sldChg chg="new del">
        <pc:chgData name="Maurits van der Graaf" userId="1491487f-26cc-4752-9b33-119bb1717d1f" providerId="ADAL" clId="{275B6B8E-08AE-460D-BE20-CED8B25190AF}" dt="2026-06-24T12:35:37.970" v="1359" actId="47"/>
        <pc:sldMkLst>
          <pc:docMk/>
          <pc:sldMk cId="3484291341" sldId="414"/>
        </pc:sldMkLst>
      </pc:sldChg>
      <pc:sldChg chg="addSp modSp new mod modAnim">
        <pc:chgData name="Maurits van der Graaf" userId="1491487f-26cc-4752-9b33-119bb1717d1f" providerId="ADAL" clId="{275B6B8E-08AE-460D-BE20-CED8B25190AF}" dt="2026-06-24T12:31:04.371" v="1093" actId="14100"/>
        <pc:sldMkLst>
          <pc:docMk/>
          <pc:sldMk cId="3348489270" sldId="415"/>
        </pc:sldMkLst>
        <pc:spChg chg="add mod">
          <ac:chgData name="Maurits van der Graaf" userId="1491487f-26cc-4752-9b33-119bb1717d1f" providerId="ADAL" clId="{275B6B8E-08AE-460D-BE20-CED8B25190AF}" dt="2026-06-24T12:26:06.934" v="1075"/>
          <ac:spMkLst>
            <pc:docMk/>
            <pc:sldMk cId="3348489270" sldId="415"/>
            <ac:spMk id="2" creationId="{9D6E3E42-FE48-D07C-4568-18EA04AC0954}"/>
          </ac:spMkLst>
        </pc:spChg>
        <pc:spChg chg="add mod">
          <ac:chgData name="Maurits van der Graaf" userId="1491487f-26cc-4752-9b33-119bb1717d1f" providerId="ADAL" clId="{275B6B8E-08AE-460D-BE20-CED8B25190AF}" dt="2026-06-24T12:26:06.934" v="1075"/>
          <ac:spMkLst>
            <pc:docMk/>
            <pc:sldMk cId="3348489270" sldId="415"/>
            <ac:spMk id="3" creationId="{658F944F-16CA-E05E-D998-DEA0F5D7C9EA}"/>
          </ac:spMkLst>
        </pc:spChg>
        <pc:spChg chg="add mod">
          <ac:chgData name="Maurits van der Graaf" userId="1491487f-26cc-4752-9b33-119bb1717d1f" providerId="ADAL" clId="{275B6B8E-08AE-460D-BE20-CED8B25190AF}" dt="2026-06-24T12:26:06.934" v="1075"/>
          <ac:spMkLst>
            <pc:docMk/>
            <pc:sldMk cId="3348489270" sldId="415"/>
            <ac:spMk id="4" creationId="{8F8A444B-EBAE-8FFB-F79E-64652A1CC7DD}"/>
          </ac:spMkLst>
        </pc:spChg>
        <pc:spChg chg="add mod">
          <ac:chgData name="Maurits van der Graaf" userId="1491487f-26cc-4752-9b33-119bb1717d1f" providerId="ADAL" clId="{275B6B8E-08AE-460D-BE20-CED8B25190AF}" dt="2026-06-24T12:25:55.156" v="1074"/>
          <ac:spMkLst>
            <pc:docMk/>
            <pc:sldMk cId="3348489270" sldId="415"/>
            <ac:spMk id="17" creationId="{5789F0DC-8E55-FBD4-5D24-C9D1816697C5}"/>
          </ac:spMkLst>
        </pc:spChg>
        <pc:picChg chg="mod">
          <ac:chgData name="Maurits van der Graaf" userId="1491487f-26cc-4752-9b33-119bb1717d1f" providerId="ADAL" clId="{275B6B8E-08AE-460D-BE20-CED8B25190AF}" dt="2026-06-24T12:25:55.156" v="1074"/>
          <ac:picMkLst>
            <pc:docMk/>
            <pc:sldMk cId="3348489270" sldId="415"/>
            <ac:picMk id="7" creationId="{EF8AC8F2-4E5F-4E31-A276-34015BFD11F0}"/>
          </ac:picMkLst>
        </pc:picChg>
        <pc:picChg chg="mod">
          <ac:chgData name="Maurits van der Graaf" userId="1491487f-26cc-4752-9b33-119bb1717d1f" providerId="ADAL" clId="{275B6B8E-08AE-460D-BE20-CED8B25190AF}" dt="2026-06-24T12:25:55.156" v="1074"/>
          <ac:picMkLst>
            <pc:docMk/>
            <pc:sldMk cId="3348489270" sldId="415"/>
            <ac:picMk id="9" creationId="{FBDE5BF4-3E3E-AA33-3BA0-DCAB0F20961E}"/>
          </ac:picMkLst>
        </pc:picChg>
        <pc:picChg chg="mod">
          <ac:chgData name="Maurits van der Graaf" userId="1491487f-26cc-4752-9b33-119bb1717d1f" providerId="ADAL" clId="{275B6B8E-08AE-460D-BE20-CED8B25190AF}" dt="2026-06-24T12:25:55.156" v="1074"/>
          <ac:picMkLst>
            <pc:docMk/>
            <pc:sldMk cId="3348489270" sldId="415"/>
            <ac:picMk id="10" creationId="{0BD9EBEF-2DFC-E63B-67C9-712DF4961954}"/>
          </ac:picMkLst>
        </pc:picChg>
        <pc:picChg chg="mod">
          <ac:chgData name="Maurits van der Graaf" userId="1491487f-26cc-4752-9b33-119bb1717d1f" providerId="ADAL" clId="{275B6B8E-08AE-460D-BE20-CED8B25190AF}" dt="2026-06-24T12:25:55.156" v="1074"/>
          <ac:picMkLst>
            <pc:docMk/>
            <pc:sldMk cId="3348489270" sldId="415"/>
            <ac:picMk id="13" creationId="{AE59B8D5-8E35-8934-5AD6-ED73CF5CB4D7}"/>
          </ac:picMkLst>
        </pc:picChg>
        <pc:picChg chg="mod">
          <ac:chgData name="Maurits van der Graaf" userId="1491487f-26cc-4752-9b33-119bb1717d1f" providerId="ADAL" clId="{275B6B8E-08AE-460D-BE20-CED8B25190AF}" dt="2026-06-24T12:25:55.156" v="1074"/>
          <ac:picMkLst>
            <pc:docMk/>
            <pc:sldMk cId="3348489270" sldId="415"/>
            <ac:picMk id="15" creationId="{A8061563-293C-D72B-4644-599885503582}"/>
          </ac:picMkLst>
        </pc:picChg>
        <pc:picChg chg="mod">
          <ac:chgData name="Maurits van der Graaf" userId="1491487f-26cc-4752-9b33-119bb1717d1f" providerId="ADAL" clId="{275B6B8E-08AE-460D-BE20-CED8B25190AF}" dt="2026-06-24T12:25:55.156" v="1074"/>
          <ac:picMkLst>
            <pc:docMk/>
            <pc:sldMk cId="3348489270" sldId="415"/>
            <ac:picMk id="16" creationId="{7660D64B-39C9-9D1D-10F0-FD9EA62AC8F6}"/>
          </ac:picMkLst>
        </pc:picChg>
        <pc:picChg chg="add mod">
          <ac:chgData name="Maurits van der Graaf" userId="1491487f-26cc-4752-9b33-119bb1717d1f" providerId="ADAL" clId="{275B6B8E-08AE-460D-BE20-CED8B25190AF}" dt="2026-06-24T12:30:53.497" v="1091" actId="14100"/>
          <ac:picMkLst>
            <pc:docMk/>
            <pc:sldMk cId="3348489270" sldId="415"/>
            <ac:picMk id="19" creationId="{DA34A76C-ED59-426F-ABD9-8BA06ABEA371}"/>
          </ac:picMkLst>
        </pc:picChg>
        <pc:picChg chg="add mod">
          <ac:chgData name="Maurits van der Graaf" userId="1491487f-26cc-4752-9b33-119bb1717d1f" providerId="ADAL" clId="{275B6B8E-08AE-460D-BE20-CED8B25190AF}" dt="2026-06-24T12:31:04.371" v="1093" actId="14100"/>
          <ac:picMkLst>
            <pc:docMk/>
            <pc:sldMk cId="3348489270" sldId="415"/>
            <ac:picMk id="22" creationId="{D2AC253B-788B-C69A-515B-C85D577A71C1}"/>
          </ac:picMkLst>
        </pc:picChg>
        <pc:cxnChg chg="add mod">
          <ac:chgData name="Maurits van der Graaf" userId="1491487f-26cc-4752-9b33-119bb1717d1f" providerId="ADAL" clId="{275B6B8E-08AE-460D-BE20-CED8B25190AF}" dt="2026-06-24T12:27:05.222" v="1080"/>
          <ac:cxnSpMkLst>
            <pc:docMk/>
            <pc:sldMk cId="3348489270" sldId="415"/>
            <ac:cxnSpMk id="20" creationId="{207366F2-A4BD-3F3C-7908-284D3EDFAA20}"/>
          </ac:cxnSpMkLst>
        </pc:cxnChg>
      </pc:sldChg>
      <pc:sldMasterChg chg="del delSldLayout">
        <pc:chgData name="Maurits van der Graaf" userId="1491487f-26cc-4752-9b33-119bb1717d1f" providerId="ADAL" clId="{275B6B8E-08AE-460D-BE20-CED8B25190AF}" dt="2026-06-24T12:25:12.053" v="1071" actId="47"/>
        <pc:sldMasterMkLst>
          <pc:docMk/>
          <pc:sldMasterMk cId="2695029968" sldId="2147483694"/>
        </pc:sldMasterMkLst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968514692" sldId="2147483695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2148947714" sldId="2147483696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1024402091" sldId="2147483697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3041834969" sldId="2147483698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895437275" sldId="2147483699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3049299502" sldId="2147483700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1145355508" sldId="2147483701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1470100806" sldId="2147483702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3241890369" sldId="2147483703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1357472498" sldId="2147483704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549992925" sldId="2147483705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2723864072" sldId="2147483706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231233285" sldId="2147483707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475896538" sldId="2147483708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3097330149" sldId="2147483709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2913216501" sldId="2147483710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2298462926" sldId="2147483711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977985062" sldId="2147483712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640285867" sldId="2147483713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2282902497" sldId="2147483714"/>
          </pc:sldLayoutMkLst>
        </pc:sldLayoutChg>
        <pc:sldLayoutChg chg="del">
          <pc:chgData name="Maurits van der Graaf" userId="1491487f-26cc-4752-9b33-119bb1717d1f" providerId="ADAL" clId="{275B6B8E-08AE-460D-BE20-CED8B25190AF}" dt="2026-06-24T12:25:12.053" v="1071" actId="47"/>
          <pc:sldLayoutMkLst>
            <pc:docMk/>
            <pc:sldMasterMk cId="2695029968" sldId="2147483694"/>
            <pc:sldLayoutMk cId="2975657798" sldId="2147483715"/>
          </pc:sldLayoutMkLst>
        </pc:sldLayoutChg>
      </pc:sldMasterChg>
    </pc:docChg>
  </pc:docChgLst>
</pc:chgInfo>
</file>

<file path=ppt/comments/modernComment_19A_DD0444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237A9D-AC3B-B340-826B-1561239E4E5C}" authorId="{F078D0B3-F6F3-FD15-DC6E-26BA5EC39B8D}" created="2026-06-24T08:42:12.701">
    <pc:sldMkLst xmlns:pc="http://schemas.microsoft.com/office/powerpoint/2013/main/command">
      <pc:docMk/>
      <pc:sldMk cId="3708044490" sldId="410"/>
    </pc:sldMkLst>
    <p188:txBody>
      <a:bodyPr/>
      <a:lstStyle/>
      <a:p>
        <a:r>
          <a:rPr lang="en-GB"/>
          <a:t>Deze slide is voor Jeroen en Marta, niet voor Darco denk ik?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E87C6-EC85-4C5F-B3FD-0CAA0F9A86AE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B94B0-5B62-4612-B22E-5EBAA51D88D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321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B94B0-5B62-4612-B22E-5EBAA51D88D1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3016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The reference model </a:t>
            </a:r>
            <a:r>
              <a:rPr lang="nl-NL" err="1"/>
              <a:t>should</a:t>
            </a:r>
            <a:r>
              <a:rPr lang="nl-NL"/>
              <a:t> </a:t>
            </a:r>
            <a:r>
              <a:rPr lang="nl-NL" err="1"/>
              <a:t>give</a:t>
            </a:r>
            <a:r>
              <a:rPr lang="nl-NL"/>
              <a:t> guidance to </a:t>
            </a:r>
            <a:r>
              <a:rPr lang="nl-NL" err="1"/>
              <a:t>developments</a:t>
            </a:r>
            <a:r>
              <a:rPr lang="nl-NL"/>
              <a:t> of </a:t>
            </a:r>
            <a:r>
              <a:rPr lang="nl-NL" err="1"/>
              <a:t>existing</a:t>
            </a:r>
            <a:r>
              <a:rPr lang="nl-NL"/>
              <a:t> and new </a:t>
            </a:r>
            <a:r>
              <a:rPr lang="nl-NL" err="1"/>
              <a:t>infrastructures</a:t>
            </a:r>
            <a:r>
              <a:rPr lang="nl-NL"/>
              <a:t> on how to fit in the </a:t>
            </a:r>
            <a:r>
              <a:rPr lang="nl-NL" err="1"/>
              <a:t>bigger</a:t>
            </a:r>
            <a:r>
              <a:rPr lang="nl-NL"/>
              <a:t> picture. We </a:t>
            </a:r>
            <a:r>
              <a:rPr lang="nl-NL" err="1"/>
              <a:t>propose</a:t>
            </a:r>
            <a:r>
              <a:rPr lang="nl-NL"/>
              <a:t> to </a:t>
            </a:r>
            <a:r>
              <a:rPr lang="nl-NL" err="1"/>
              <a:t>develop</a:t>
            </a:r>
            <a:r>
              <a:rPr lang="nl-NL"/>
              <a:t> a </a:t>
            </a:r>
            <a:r>
              <a:rPr lang="nl-NL" err="1"/>
              <a:t>self</a:t>
            </a:r>
            <a:r>
              <a:rPr lang="nl-NL"/>
              <a:t> assessment tool to make the reference model actionable for all stakeholders.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B94B0-5B62-4612-B22E-5EBAA51D88D1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3924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seen</a:t>
            </a:r>
            <a:r>
              <a:rPr lang="nl-NL" dirty="0"/>
              <a:t> as shared </a:t>
            </a:r>
            <a:r>
              <a:rPr lang="nl-NL" dirty="0" err="1"/>
              <a:t>commitments</a:t>
            </a:r>
            <a:r>
              <a:rPr lang="nl-NL" dirty="0"/>
              <a:t>. Principles and </a:t>
            </a:r>
            <a:r>
              <a:rPr lang="nl-NL" dirty="0" err="1"/>
              <a:t>subprinciples</a:t>
            </a:r>
            <a:r>
              <a:rPr lang="nl-NL" dirty="0"/>
              <a:t> as actionable guidelines. We </a:t>
            </a:r>
            <a:r>
              <a:rPr lang="nl-NL" dirty="0" err="1"/>
              <a:t>already</a:t>
            </a:r>
            <a:r>
              <a:rPr lang="nl-NL" dirty="0"/>
              <a:t> </a:t>
            </a:r>
            <a:r>
              <a:rPr lang="nl-NL" dirty="0" err="1"/>
              <a:t>discussed</a:t>
            </a:r>
            <a:r>
              <a:rPr lang="nl-NL" dirty="0"/>
              <a:t> these and </a:t>
            </a:r>
            <a:r>
              <a:rPr lang="nl-NL" dirty="0" err="1"/>
              <a:t>filled</a:t>
            </a:r>
            <a:r>
              <a:rPr lang="nl-NL" dirty="0"/>
              <a:t> in the results of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discussions</a:t>
            </a:r>
            <a:r>
              <a:rPr lang="nl-NL" dirty="0"/>
              <a:t>. We hope </a:t>
            </a:r>
            <a:r>
              <a:rPr lang="nl-NL" dirty="0" err="1"/>
              <a:t>that</a:t>
            </a:r>
            <a:r>
              <a:rPr lang="nl-NL" dirty="0"/>
              <a:t> you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or change the principles and </a:t>
            </a:r>
            <a:r>
              <a:rPr lang="nl-NL" dirty="0" err="1"/>
              <a:t>subprinciples</a:t>
            </a:r>
            <a:r>
              <a:rPr lang="nl-NL" dirty="0"/>
              <a:t> and then </a:t>
            </a:r>
            <a:r>
              <a:rPr lang="nl-NL" dirty="0" err="1"/>
              <a:t>discuss</a:t>
            </a:r>
            <a:r>
              <a:rPr lang="nl-NL" dirty="0"/>
              <a:t> how to make these principles </a:t>
            </a:r>
            <a:r>
              <a:rPr lang="nl-NL" dirty="0" err="1"/>
              <a:t>operational</a:t>
            </a:r>
            <a:r>
              <a:rPr lang="nl-NL" dirty="0"/>
              <a:t>. </a:t>
            </a:r>
            <a:r>
              <a:rPr lang="nl-NL" dirty="0" err="1"/>
              <a:t>Please</a:t>
            </a:r>
            <a:r>
              <a:rPr lang="nl-NL" dirty="0"/>
              <a:t> </a:t>
            </a:r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on the poster these are </a:t>
            </a:r>
            <a:r>
              <a:rPr lang="nl-NL" dirty="0" err="1"/>
              <a:t>called</a:t>
            </a:r>
            <a:r>
              <a:rPr lang="nl-NL" dirty="0"/>
              <a:t> </a:t>
            </a:r>
            <a:r>
              <a:rPr lang="nl-NL" dirty="0" err="1"/>
              <a:t>consequences</a:t>
            </a:r>
            <a:r>
              <a:rPr lang="nl-NL" dirty="0"/>
              <a:t>/ actions, but later we </a:t>
            </a:r>
            <a:r>
              <a:rPr lang="nl-NL" dirty="0" err="1"/>
              <a:t>thought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the terms </a:t>
            </a:r>
            <a:r>
              <a:rPr lang="nl-NL" dirty="0" err="1"/>
              <a:t>enablers</a:t>
            </a:r>
            <a:r>
              <a:rPr lang="nl-NL" dirty="0"/>
              <a:t> and practices are </a:t>
            </a:r>
            <a:r>
              <a:rPr lang="nl-NL" dirty="0" err="1"/>
              <a:t>better</a:t>
            </a:r>
            <a:r>
              <a:rPr lang="nl-NL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B94B0-5B62-4612-B22E-5EBAA51D88D1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6164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601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152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09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44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698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3835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139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220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985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4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0652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0265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8434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3741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0044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D792-8277-410A-B830-E8D7532C0D43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1A38-4AE1-4447-9716-6771026A86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3235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66773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>
                <a:latin typeface="Calibri" panose="020F0502020204030204" pitchFamily="34" charset="0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>
              <a:latin typeface="Calibri" panose="020F05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7FDD792-8277-410A-B830-E8D7532C0D43}" type="datetimeFigureOut">
              <a:rPr lang="nl-NL" smtClean="0"/>
              <a:pPr/>
              <a:t>24-6-2026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  <a:latin typeface="Calibri" panose="020F0502020204030204" pitchFamily="34" charset="0"/>
              </a:defRPr>
            </a:lvl1pPr>
          </a:lstStyle>
          <a:p>
            <a:fld id="{60511A38-4AE1-4447-9716-6771026A865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673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ijksoverheid.nl/documenten/rapporten/2022/12/07/bijlage-npos-2030-ambitiedocument-en-rolling-agend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A_DD0444CA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iversiteitenvannederland.nl/actueel/nieuws/denk-mee-over-de-nederlandse-open-science-infrastructuur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449AE-9562-73B2-E56A-8570C6F91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Creating conditions for </a:t>
            </a:r>
            <a:r>
              <a:rPr lang="en-GB" b="1" noProof="0">
                <a:latin typeface="Calibri"/>
                <a:ea typeface="Calibri"/>
                <a:cs typeface="Calibri"/>
              </a:rPr>
              <a:t>a coherent and connected Open Science infrastructure landscape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D9CE2C-FF38-3F3A-BC9F-EAD99881E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5122506"/>
            <a:ext cx="8915399" cy="781156"/>
          </a:xfrm>
        </p:spPr>
        <p:txBody>
          <a:bodyPr/>
          <a:lstStyle/>
          <a:p>
            <a:r>
              <a:rPr lang="en-GB" noProof="0"/>
              <a:t>Start conference SPII programme; July 1, 2026</a:t>
            </a:r>
          </a:p>
        </p:txBody>
      </p:sp>
    </p:spTree>
    <p:extLst>
      <p:ext uri="{BB962C8B-B14F-4D97-AF65-F5344CB8AC3E}">
        <p14:creationId xmlns:p14="http://schemas.microsoft.com/office/powerpoint/2010/main" val="140402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A487-7362-37B8-E809-C5F055FF7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nl-NL" b="1" dirty="0"/>
              <a:t>Programme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A97B-DA7A-0DCC-9DE6-17FE43B0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4690" y="1651519"/>
            <a:ext cx="4091506" cy="4926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12.00 – 13.00	Walk-in &amp; lunch</a:t>
            </a:r>
            <a:endParaRPr lang="nl-NL" sz="2400" dirty="0"/>
          </a:p>
          <a:p>
            <a:pPr marL="0" indent="0">
              <a:buNone/>
            </a:pPr>
            <a:r>
              <a:rPr lang="en-GB" sz="2400" dirty="0"/>
              <a:t>13.00 – 13.50	Plenary session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Pause</a:t>
            </a:r>
            <a:endParaRPr lang="nl-NL" sz="2400" b="1" dirty="0"/>
          </a:p>
          <a:p>
            <a:pPr marL="0" indent="0">
              <a:buNone/>
            </a:pPr>
            <a:r>
              <a:rPr lang="nl-NL" sz="2400" dirty="0"/>
              <a:t>14.00 – 15.00 Break-out groups</a:t>
            </a:r>
          </a:p>
          <a:p>
            <a:pPr marL="0" indent="0">
              <a:buNone/>
            </a:pPr>
            <a:endParaRPr lang="nl-NL" sz="2400" b="1" dirty="0"/>
          </a:p>
          <a:p>
            <a:pPr marL="0" indent="0">
              <a:buNone/>
            </a:pPr>
            <a:r>
              <a:rPr lang="nl-NL" sz="2400" b="1" dirty="0"/>
              <a:t>Pause</a:t>
            </a:r>
          </a:p>
          <a:p>
            <a:pPr marL="0" indent="0">
              <a:buNone/>
            </a:pPr>
            <a:r>
              <a:rPr lang="nl-NL" sz="2400" dirty="0"/>
              <a:t>15.30 – 16.30 </a:t>
            </a:r>
            <a:r>
              <a:rPr lang="nl-NL" sz="2400" dirty="0" err="1"/>
              <a:t>Plenary</a:t>
            </a:r>
            <a:r>
              <a:rPr lang="nl-NL" sz="2400" dirty="0"/>
              <a:t> </a:t>
            </a:r>
            <a:r>
              <a:rPr lang="nl-NL" sz="2400" dirty="0" err="1"/>
              <a:t>session</a:t>
            </a:r>
            <a:endParaRPr lang="nl-NL" sz="2400" dirty="0"/>
          </a:p>
          <a:p>
            <a:pPr marL="0" indent="0">
              <a:buNone/>
            </a:pPr>
            <a:r>
              <a:rPr lang="nl-NL" sz="2400" dirty="0"/>
              <a:t>16.30 – 17.30 Drinks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4A5D1-F804-9386-4019-4F1531FA3F69}"/>
              </a:ext>
            </a:extLst>
          </p:cNvPr>
          <p:cNvSpPr/>
          <p:nvPr/>
        </p:nvSpPr>
        <p:spPr>
          <a:xfrm>
            <a:off x="6727371" y="1651519"/>
            <a:ext cx="4982547" cy="2080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Opening </a:t>
            </a:r>
            <a:r>
              <a:rPr lang="nl-NL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plenary</a:t>
            </a:r>
            <a:r>
              <a:rPr lang="nl-N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NL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</a:t>
            </a:r>
            <a:r>
              <a:rPr lang="nl-N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(Darco Jansen)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OSNL infrastructure calls (Marta Teperek)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 model (Maurits v.d. Graaf)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</a:t>
            </a:r>
            <a:r>
              <a:rPr lang="nl-N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break-outs (Nida van Leersum)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Mentimeter questions and discussion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034C0-0711-A985-EB83-DEBA32C760C4}"/>
              </a:ext>
            </a:extLst>
          </p:cNvPr>
          <p:cNvSpPr/>
          <p:nvPr/>
        </p:nvSpPr>
        <p:spPr>
          <a:xfrm>
            <a:off x="6727370" y="4935894"/>
            <a:ext cx="4982547" cy="1511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Closing</a:t>
            </a:r>
            <a:r>
              <a:rPr lang="nl-N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NL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plenary</a:t>
            </a:r>
            <a:r>
              <a:rPr lang="nl-N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NL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</a:t>
            </a:r>
            <a:r>
              <a:rPr lang="nl-N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 and discussion results </a:t>
            </a:r>
            <a:r>
              <a:rPr lang="nl-N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breakouts</a:t>
            </a:r>
            <a:endParaRPr lang="nl-N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 and next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Mentimeter 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15550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59293-7757-557D-A073-5D0B1F81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/>
              <a:t>Introduction to SPII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07C06-DE90-A3DD-EB81-0D0F3F5A8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>
                <a:latin typeface="Calibri"/>
                <a:ea typeface="Calibri"/>
                <a:cs typeface="Calibri"/>
              </a:rPr>
              <a:t>By Darco Jansen (UNL)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565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DF4DE6-9045-3E51-3ECD-99E50D89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>
                <a:latin typeface="Calibri"/>
                <a:ea typeface="Calibri"/>
                <a:cs typeface="Calibri"/>
              </a:rPr>
              <a:t>National Open Science Ambitions</a:t>
            </a:r>
            <a:endParaRPr lang="nl-NL" b="1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804893-4BE8-F978-9F6D-A1A75B797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nl-NL" sz="20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2022 End National Program Open Science (NPOS)</a:t>
            </a:r>
            <a:endParaRPr lang="nl-NL" sz="2000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lvl="1">
              <a:buFont typeface="Courier New" charset="2"/>
              <a:buChar char="o"/>
            </a:pP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All parties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agree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with 2030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ambitions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  <a:hlinkClick r:id="rId2"/>
              </a:rPr>
              <a:t>Open Science 2030 in the Netherlands - NPOS2030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  <a:hlinkClick r:id="rId2"/>
              </a:rPr>
              <a:t>Ambition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  <a:hlinkClick r:id="rId2"/>
              </a:rPr>
              <a:t> Document and Rolling Agenda</a:t>
            </a:r>
            <a:endParaRPr lang="nl-NL" sz="1800" dirty="0">
              <a:latin typeface="Calibri"/>
              <a:ea typeface="Calibri"/>
              <a:cs typeface="Calibri"/>
            </a:endParaRPr>
          </a:p>
          <a:p>
            <a:r>
              <a:rPr lang="nl-NL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Make Open Science </a:t>
            </a:r>
            <a:r>
              <a:rPr lang="nl-NL" sz="2000" b="1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possible</a:t>
            </a:r>
            <a:r>
              <a:rPr lang="nl-NL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nl-NL" sz="2000" b="1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through</a:t>
            </a:r>
            <a:r>
              <a:rPr lang="nl-NL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Open </a:t>
            </a:r>
            <a:r>
              <a:rPr lang="nl-NL" sz="2000" b="1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Infrastructures</a:t>
            </a:r>
            <a:endParaRPr lang="nl-NL" sz="2000" dirty="0">
              <a:latin typeface="Calibri"/>
              <a:ea typeface="Calibri"/>
              <a:cs typeface="Calibri"/>
            </a:endParaRPr>
          </a:p>
          <a:p>
            <a:r>
              <a:rPr lang="nl-NL" sz="20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2023 Regieorgaan Open Science (OSNL) - NWO</a:t>
            </a:r>
            <a:endParaRPr lang="nl-NL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charset="2"/>
              <a:buChar char="o"/>
            </a:pP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Incentive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financing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also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for open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infrastructures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(work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programme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)</a:t>
            </a:r>
            <a:endParaRPr lang="nl-NL" sz="1800" dirty="0">
              <a:latin typeface="Calibri"/>
              <a:ea typeface="Calibri"/>
              <a:cs typeface="Calibri"/>
            </a:endParaRPr>
          </a:p>
          <a:p>
            <a:r>
              <a:rPr lang="nl-NL" sz="20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2023 Landelijk Bestuurlijk Overleg (BO) open science</a:t>
            </a:r>
            <a:endParaRPr lang="nl-NL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charset="2"/>
              <a:buChar char="o"/>
            </a:pPr>
            <a:r>
              <a:rPr lang="nl-NL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16 convenant parties: OCW, NWO, UNL, NFU, VH, SURF, KNAW, NWO-I, DANS, eScience Center, 4TUResearchData, Health-RI en SHB</a:t>
            </a:r>
          </a:p>
          <a:p>
            <a:pPr lvl="1">
              <a:buFont typeface="Courier New" charset="2"/>
              <a:buChar char="o"/>
            </a:pP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BO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aims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to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facilitate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strategic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nl-NL" sz="180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dialogue</a:t>
            </a:r>
            <a:r>
              <a:rPr lang="nl-NL" sz="180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at the national level</a:t>
            </a:r>
            <a:endParaRPr lang="nl-NL" sz="1800" dirty="0">
              <a:latin typeface="Calibri"/>
              <a:ea typeface="Calibri"/>
              <a:cs typeface="Calibri"/>
            </a:endParaRPr>
          </a:p>
          <a:p>
            <a:endParaRPr lang="nl-NL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9947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5DE5C-4CBC-E782-A265-CABE52C7D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906561-D70F-67BE-DE69-94406C42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800" b="1">
                <a:solidFill>
                  <a:srgbClr val="1E1E1E"/>
                </a:solidFill>
                <a:latin typeface="Inter"/>
                <a:ea typeface="Calibri"/>
                <a:cs typeface="Calibri"/>
              </a:rPr>
              <a:t>Many investments in OS-infra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16DB0C-4500-E136-5259-DC5137B3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Investments primarily from scientific disciplines</a:t>
            </a:r>
            <a:endParaRPr lang="nl-NL" sz="200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lvl="1">
              <a:buFont typeface="Courier New" charset="2"/>
              <a:buChar char="o"/>
            </a:pPr>
            <a:r>
              <a:rPr lang="nl-NL" sz="18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both locally and in (inter)national partnerships</a:t>
            </a:r>
            <a:endParaRPr lang="nl-NL" sz="180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lvl="1">
              <a:buFont typeface="Courier New" charset="2"/>
              <a:buChar char="o"/>
            </a:pPr>
            <a:r>
              <a:rPr lang="nl-NL" sz="18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e.g.,  via sectorplannen, via umbrella organizations</a:t>
            </a:r>
            <a:endParaRPr lang="nl-NL" sz="1800">
              <a:latin typeface="Calibri"/>
              <a:ea typeface="Calibri"/>
              <a:cs typeface="Calibri"/>
            </a:endParaRPr>
          </a:p>
          <a:p>
            <a:r>
              <a:rPr lang="nl-NL" sz="20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European Investments like EOSC, ERICs, dataspaces</a:t>
            </a:r>
          </a:p>
          <a:p>
            <a:pPr lvl="1">
              <a:buFont typeface="Courier New" charset="2"/>
              <a:buChar char="o"/>
            </a:pPr>
            <a:r>
              <a:rPr lang="nl-NL" sz="18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Memberships in Large European Infrastructures (portfolio)</a:t>
            </a:r>
            <a:endParaRPr lang="nl-NL" sz="1800">
              <a:solidFill>
                <a:srgbClr val="1E1E1E"/>
              </a:solidFill>
              <a:ea typeface="Calibri"/>
              <a:cs typeface="Calibri"/>
            </a:endParaRPr>
          </a:p>
          <a:p>
            <a:r>
              <a:rPr lang="nl-NL" sz="20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Subsidies mostly as kick-offs / short- or long-term impulses</a:t>
            </a:r>
            <a:endParaRPr lang="nl-NL" sz="200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lvl="1">
              <a:buFont typeface="Courier New" charset="2"/>
              <a:buChar char="o"/>
            </a:pPr>
            <a:r>
              <a:rPr lang="nl-NL" sz="18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Regieorgaan OSNL</a:t>
            </a:r>
            <a:endParaRPr lang="nl-NL" sz="180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lvl="1">
              <a:buFont typeface="Courier New" charset="2"/>
              <a:buChar char="o"/>
            </a:pPr>
            <a:r>
              <a:rPr lang="nl-NL" sz="18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Groeifonds, e.g. Health-RI</a:t>
            </a:r>
          </a:p>
          <a:p>
            <a:pPr lvl="1">
              <a:buFont typeface="Courier New" charset="2"/>
              <a:buChar char="o"/>
            </a:pPr>
            <a:r>
              <a:rPr lang="nl-NL" sz="18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GWI</a:t>
            </a:r>
            <a:endParaRPr lang="nl-NL" sz="1800">
              <a:solidFill>
                <a:srgbClr val="1E1E1E"/>
              </a:solidFill>
              <a:ea typeface="Calibri"/>
              <a:cs typeface="Calibri"/>
            </a:endParaRPr>
          </a:p>
          <a:p>
            <a:endParaRPr lang="nl-NL">
              <a:solidFill>
                <a:srgbClr val="1E1E1E"/>
              </a:solidFill>
              <a:ea typeface="Calibri"/>
              <a:cs typeface="Calibri"/>
            </a:endParaRPr>
          </a:p>
          <a:p>
            <a:endParaRPr lang="nl-NL">
              <a:solidFill>
                <a:srgbClr val="40404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80444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136ED-30B8-579C-FE29-32CDD0B82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b="1" err="1">
                <a:latin typeface="Calibri"/>
                <a:ea typeface="Calibri"/>
                <a:cs typeface="Calibri"/>
              </a:rPr>
              <a:t>Towards</a:t>
            </a:r>
            <a:r>
              <a:rPr lang="nl-NL" b="1">
                <a:latin typeface="Calibri"/>
                <a:ea typeface="Calibri"/>
                <a:cs typeface="Calibri"/>
              </a:rPr>
              <a:t> a </a:t>
            </a:r>
            <a:r>
              <a:rPr lang="nl-NL" b="1" err="1">
                <a:latin typeface="Calibri"/>
                <a:ea typeface="Calibri"/>
                <a:cs typeface="Calibri"/>
              </a:rPr>
              <a:t>reference</a:t>
            </a:r>
            <a:r>
              <a:rPr lang="nl-NL" b="1">
                <a:latin typeface="Calibri"/>
                <a:ea typeface="Calibri"/>
                <a:cs typeface="Calibri"/>
              </a:rPr>
              <a:t> model </a:t>
            </a:r>
            <a:r>
              <a:rPr lang="nl-NL" b="1" err="1">
                <a:latin typeface="Calibri"/>
                <a:ea typeface="Calibri"/>
                <a:cs typeface="Calibri"/>
              </a:rPr>
              <a:t>for</a:t>
            </a:r>
            <a:r>
              <a:rPr lang="nl-NL" b="1">
                <a:latin typeface="Calibri"/>
                <a:ea typeface="Calibri"/>
                <a:cs typeface="Calibri"/>
              </a:rPr>
              <a:t> a coherent </a:t>
            </a:r>
            <a:r>
              <a:rPr lang="nl-NL" b="1" err="1">
                <a:latin typeface="Calibri"/>
                <a:ea typeface="Calibri"/>
                <a:cs typeface="Calibri"/>
              </a:rPr>
              <a:t>and</a:t>
            </a:r>
            <a:r>
              <a:rPr lang="nl-NL" b="1">
                <a:latin typeface="Calibri"/>
                <a:ea typeface="Calibri"/>
                <a:cs typeface="Calibri"/>
              </a:rPr>
              <a:t> </a:t>
            </a:r>
            <a:r>
              <a:rPr lang="nl-NL" b="1" err="1">
                <a:latin typeface="Calibri"/>
                <a:ea typeface="Calibri"/>
                <a:cs typeface="Calibri"/>
              </a:rPr>
              <a:t>connected</a:t>
            </a:r>
            <a:r>
              <a:rPr lang="nl-NL" b="1">
                <a:latin typeface="Calibri"/>
                <a:ea typeface="Calibri"/>
                <a:cs typeface="Calibri"/>
              </a:rPr>
              <a:t> Open </a:t>
            </a:r>
            <a:r>
              <a:rPr lang="nl-NL" b="1" err="1">
                <a:latin typeface="Calibri"/>
                <a:ea typeface="Calibri"/>
                <a:cs typeface="Calibri"/>
              </a:rPr>
              <a:t>Science</a:t>
            </a:r>
            <a:r>
              <a:rPr lang="nl-NL" b="1">
                <a:latin typeface="Calibri"/>
                <a:ea typeface="Calibri"/>
                <a:cs typeface="Calibri"/>
              </a:rPr>
              <a:t> </a:t>
            </a:r>
            <a:r>
              <a:rPr lang="nl-NL" b="1" err="1">
                <a:latin typeface="Calibri"/>
                <a:ea typeface="Calibri"/>
                <a:cs typeface="Calibri"/>
              </a:rPr>
              <a:t>infrastructure</a:t>
            </a:r>
            <a:r>
              <a:rPr lang="nl-NL" b="1">
                <a:latin typeface="Calibri"/>
                <a:ea typeface="Calibri"/>
                <a:cs typeface="Calibri"/>
              </a:rPr>
              <a:t> landscape</a:t>
            </a:r>
            <a:endParaRPr lang="nl-NL" b="1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4680354-3F55-E458-2A06-F82D77476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The responsibility to structurally embed Open Science practices within their organizations and among their employees lies with the knowledge institutions (and their umbrella organizations/associations). </a:t>
            </a:r>
            <a:endParaRPr lang="nl-NL" sz="2000">
              <a:solidFill>
                <a:srgbClr val="1E1E1E"/>
              </a:solidFill>
              <a:ea typeface="Calibri"/>
              <a:cs typeface="Calibri"/>
            </a:endParaRPr>
          </a:p>
          <a:p>
            <a:endParaRPr lang="nl-NL" sz="2000">
              <a:solidFill>
                <a:srgbClr val="1E1E1E"/>
              </a:solidFill>
              <a:latin typeface="Calibri"/>
              <a:ea typeface="Calibri"/>
              <a:cs typeface="Calibri"/>
            </a:endParaRPr>
          </a:p>
          <a:p>
            <a:r>
              <a:rPr lang="nl-NL" sz="20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Necessity of </a:t>
            </a:r>
            <a:r>
              <a:rPr lang="nl-NL" sz="20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 integrated vision</a:t>
            </a:r>
            <a:r>
              <a:rPr lang="nl-NL" sz="20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: how do we ensure that these investments are well aligned and can be sustainably continued?</a:t>
            </a:r>
            <a:br>
              <a:rPr lang="nl-NL" sz="2000">
                <a:solidFill>
                  <a:srgbClr val="1E1E1E"/>
                </a:solidFill>
                <a:latin typeface="Calibri"/>
                <a:ea typeface="Calibri"/>
                <a:cs typeface="Calibri"/>
              </a:rPr>
            </a:br>
            <a:endParaRPr lang="nl-NL" sz="2000">
              <a:solidFill>
                <a:srgbClr val="1E1E1E"/>
              </a:solidFill>
              <a:ea typeface="Calibri"/>
              <a:cs typeface="Calibri"/>
            </a:endParaRPr>
          </a:p>
          <a:p>
            <a:r>
              <a:rPr lang="nl-NL" sz="200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SPII: Strategic Plan for Integrated Infrastructure for Open Science.</a:t>
            </a:r>
            <a:endParaRPr lang="nl-NL" sz="2000">
              <a:solidFill>
                <a:srgbClr val="1E1E1E"/>
              </a:solidFill>
              <a:ea typeface="Calibri"/>
              <a:cs typeface="Calibri"/>
            </a:endParaRPr>
          </a:p>
          <a:p>
            <a:endParaRPr lang="nl-NL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337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1F94-FF11-F156-B366-17D278F4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2EFA7-21F4-5FB5-1C98-B0D0D7A53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b="1">
                <a:latin typeface="Calibri"/>
                <a:ea typeface="Calibri"/>
                <a:cs typeface="Calibri"/>
              </a:rPr>
              <a:t>Stepping stones towards SPII</a:t>
            </a:r>
            <a:endParaRPr lang="nl-NL" b="1">
              <a:ea typeface="Calibri"/>
              <a:cs typeface="Calibri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5FEB1A6-557D-36AC-9168-783A345F9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nl-NL">
                <a:latin typeface="Calibri"/>
                <a:ea typeface="Calibri"/>
                <a:cs typeface="Calibri"/>
              </a:rPr>
              <a:t>Summer 2024 - project idea: apply for grant or joint effort?</a:t>
            </a:r>
          </a:p>
          <a:p>
            <a:r>
              <a:rPr lang="nl-NL">
                <a:latin typeface="Calibri"/>
                <a:ea typeface="Calibri"/>
                <a:cs typeface="Calibri"/>
              </a:rPr>
              <a:t>November 2024 – BO: agreement to develop joint project </a:t>
            </a:r>
          </a:p>
          <a:p>
            <a:r>
              <a:rPr lang="nl-NL">
                <a:latin typeface="Calibri"/>
                <a:ea typeface="Calibri"/>
                <a:cs typeface="Calibri"/>
              </a:rPr>
              <a:t>February 2025 – BO: agreement on initial project plan </a:t>
            </a:r>
            <a:endParaRPr lang="nl-NL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NL">
                <a:latin typeface="Calibri"/>
                <a:ea typeface="Calibri"/>
                <a:cs typeface="Calibri"/>
              </a:rPr>
              <a:t>March 2025: developed project plan </a:t>
            </a:r>
            <a:endParaRPr lang="nl-NL">
              <a:ea typeface="Calibri"/>
              <a:cs typeface="Calibri"/>
            </a:endParaRPr>
          </a:p>
          <a:p>
            <a:r>
              <a:rPr lang="nl-NL">
                <a:latin typeface="Calibri"/>
                <a:ea typeface="Calibri"/>
                <a:cs typeface="Calibri"/>
              </a:rPr>
              <a:t>Mid-July 2025: </a:t>
            </a:r>
            <a:r>
              <a:rPr lang="nl-NL">
                <a:latin typeface="Calibri"/>
                <a:ea typeface="Calibri"/>
                <a:cs typeface="Calibri"/>
                <a:hlinkClick r:id="rId2"/>
              </a:rPr>
              <a:t>delivery of Part 1</a:t>
            </a:r>
            <a:r>
              <a:rPr lang="nl-NL">
                <a:latin typeface="Calibri"/>
                <a:ea typeface="Calibri"/>
                <a:cs typeface="Calibri"/>
              </a:rPr>
              <a:t> </a:t>
            </a:r>
            <a:endParaRPr lang="nl-NL">
              <a:ea typeface="Calibri"/>
              <a:cs typeface="Calibri"/>
            </a:endParaRPr>
          </a:p>
          <a:p>
            <a:r>
              <a:rPr lang="nl-NL">
                <a:latin typeface="Calibri"/>
                <a:ea typeface="Calibri"/>
                <a:cs typeface="Calibri"/>
              </a:rPr>
              <a:t>August-September 2025: public consultation / national meeting 11-9-2025</a:t>
            </a:r>
            <a:endParaRPr lang="nl-NL">
              <a:ea typeface="Calibri"/>
              <a:cs typeface="Calibri"/>
            </a:endParaRPr>
          </a:p>
          <a:p>
            <a:r>
              <a:rPr lang="nl-NL">
                <a:latin typeface="Calibri"/>
                <a:ea typeface="Calibri"/>
                <a:cs typeface="Calibri"/>
              </a:rPr>
              <a:t>Oktober 2025 – BO: discussion on feedback en priorities next phase</a:t>
            </a:r>
          </a:p>
          <a:p>
            <a:r>
              <a:rPr lang="nl-NL">
                <a:latin typeface="Calibri"/>
                <a:ea typeface="Calibri"/>
                <a:cs typeface="Calibri"/>
              </a:rPr>
              <a:t>26 November 2026: dicussion with main stakeholders on next phase</a:t>
            </a:r>
          </a:p>
          <a:p>
            <a:r>
              <a:rPr lang="nl-NL">
                <a:latin typeface="Calibri"/>
                <a:ea typeface="Calibri"/>
                <a:cs typeface="Calibri"/>
              </a:rPr>
              <a:t>2 February 2026 – BO: agreement to start with next phase</a:t>
            </a:r>
          </a:p>
          <a:p>
            <a:r>
              <a:rPr lang="nl-NL">
                <a:latin typeface="Calibri"/>
                <a:ea typeface="Calibri"/>
                <a:cs typeface="Calibri"/>
              </a:rPr>
              <a:t>April 2026 – SPII 2026 started</a:t>
            </a:r>
            <a:endParaRPr lang="nl-NL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5355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6ED05-67FE-69D7-096A-32D38867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>
                <a:latin typeface="Calibri"/>
                <a:ea typeface="Calibri"/>
                <a:cs typeface="Calibri"/>
              </a:rPr>
              <a:t>Conditions for SPII 2026</a:t>
            </a:r>
            <a:endParaRPr lang="nl-NL" b="1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FE3712-3740-94E4-6F18-43DC99C5F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>
                <a:latin typeface="Calibri"/>
                <a:ea typeface="Calibri"/>
                <a:cs typeface="Calibri"/>
              </a:rPr>
              <a:t>Inclusive – community approach</a:t>
            </a:r>
            <a:endParaRPr lang="nl-NL"/>
          </a:p>
          <a:p>
            <a:r>
              <a:rPr lang="nl-NL">
                <a:latin typeface="Calibri"/>
                <a:ea typeface="Calibri"/>
                <a:cs typeface="Calibri"/>
              </a:rPr>
              <a:t>Also in English</a:t>
            </a:r>
          </a:p>
          <a:p>
            <a:r>
              <a:rPr lang="nl-NL">
                <a:latin typeface="Calibri"/>
                <a:ea typeface="Calibri"/>
                <a:cs typeface="Calibri"/>
              </a:rPr>
              <a:t>Keep it practical </a:t>
            </a:r>
            <a:endParaRPr lang="nl-NL">
              <a:latin typeface="Calibri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NL">
                <a:latin typeface="Calibri"/>
                <a:ea typeface="Calibri"/>
                <a:cs typeface="Calibri"/>
              </a:rPr>
              <a:t>Collaborative for existing infrastructure and new projects</a:t>
            </a:r>
          </a:p>
          <a:p>
            <a:r>
              <a:rPr lang="nl-NL">
                <a:latin typeface="Calibri"/>
                <a:ea typeface="Calibri"/>
                <a:cs typeface="Calibri"/>
              </a:rPr>
              <a:t>Not too abstract – understandable – inviting </a:t>
            </a:r>
            <a:endParaRPr lang="nl-NL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NL">
                <a:latin typeface="Calibri"/>
                <a:ea typeface="Calibri"/>
                <a:cs typeface="Calibri"/>
              </a:rPr>
              <a:t>For now, the same steering group but a larger project group </a:t>
            </a:r>
            <a:endParaRPr lang="nl-NL">
              <a:ea typeface="Calibri"/>
              <a:cs typeface="Calibri"/>
            </a:endParaRPr>
          </a:p>
          <a:p>
            <a:r>
              <a:rPr lang="nl-NL">
                <a:latin typeface="Calibri"/>
                <a:ea typeface="Calibri"/>
                <a:cs typeface="Calibri"/>
              </a:rPr>
              <a:t>Explicitly connected to the broad scientific field</a:t>
            </a:r>
            <a:endParaRPr lang="nl-NL">
              <a:ea typeface="Calibri"/>
              <a:cs typeface="Calibri"/>
            </a:endParaRPr>
          </a:p>
          <a:p>
            <a:endParaRPr lang="nl-NL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0856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B38E7-28E4-FEF7-E4BC-F09BB2B6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>
                <a:latin typeface="Calibri"/>
                <a:ea typeface="Calibri"/>
                <a:cs typeface="Calibri"/>
              </a:rPr>
              <a:t>SPII programme organisation</a:t>
            </a:r>
            <a:endParaRPr lang="nl-NL" b="1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8F1CB689-18BD-308F-35D4-C0C8027B5A64}"/>
              </a:ext>
            </a:extLst>
          </p:cNvPr>
          <p:cNvSpPr txBox="1">
            <a:spLocks/>
          </p:cNvSpPr>
          <p:nvPr/>
        </p:nvSpPr>
        <p:spPr>
          <a:xfrm>
            <a:off x="6369269" y="1743074"/>
            <a:ext cx="5135343" cy="5114926"/>
          </a:xfrm>
          <a:prstGeom prst="rect">
            <a:avLst/>
          </a:prstGeom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nl-NL" b="1" dirty="0"/>
              <a:t>Core </a:t>
            </a:r>
            <a:r>
              <a:rPr lang="nl-NL" b="1" dirty="0" err="1"/>
              <a:t>group</a:t>
            </a:r>
            <a:r>
              <a:rPr lang="nl-NL" b="1" dirty="0"/>
              <a:t> members</a:t>
            </a:r>
          </a:p>
          <a:p>
            <a:r>
              <a:rPr lang="fr-F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Till Bey; SURF</a:t>
            </a:r>
            <a:endParaRPr lang="nl-NL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Maurice Vanderfeesten; SURF</a:t>
            </a:r>
            <a:endParaRPr lang="nl-NL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Jason Maassen; eScience Centre</a:t>
            </a:r>
            <a:endParaRPr lang="nl-NL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 Ras; VU</a:t>
            </a:r>
            <a:endParaRPr lang="nl-NL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NL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Patris van Boxel; DANS</a:t>
            </a:r>
          </a:p>
          <a:p>
            <a:r>
              <a:rPr lang="nl-NL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Bolinda Hoeksema; SHB</a:t>
            </a:r>
          </a:p>
          <a:p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Joost Elshof; VH</a:t>
            </a:r>
            <a:endParaRPr lang="nl-NL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900" dirty="0">
                <a:latin typeface="Calibri"/>
                <a:ea typeface="Calibri"/>
                <a:cs typeface="Calibri"/>
              </a:rPr>
              <a:t>Louise Bezuidenhout; UL/CWTS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900" dirty="0">
                <a:latin typeface="Calibri"/>
                <a:ea typeface="Calibri"/>
                <a:cs typeface="Calibri"/>
              </a:rPr>
              <a:t>Josefien Schuurman; UvA/HvA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Sander Bosch; VU	</a:t>
            </a:r>
            <a:endParaRPr lang="nl-NL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Nida van Leersum; programme co-lead</a:t>
            </a:r>
            <a:endParaRPr lang="nl-NL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NL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Maurits van der Graaf; </a:t>
            </a:r>
            <a:r>
              <a:rPr lang="nl-NL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programme</a:t>
            </a:r>
            <a:r>
              <a:rPr lang="nl-NL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co-lead</a:t>
            </a:r>
          </a:p>
          <a:p>
            <a:endParaRPr lang="nl-NL" dirty="0"/>
          </a:p>
          <a:p>
            <a:pPr lvl="1"/>
            <a:endParaRPr lang="nl-NL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27A155CA-036B-4129-0AF5-049133547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43075"/>
            <a:ext cx="3412195" cy="5114925"/>
          </a:xfrm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l-NL" b="1">
                <a:latin typeface="Calibri"/>
                <a:ea typeface="Calibri"/>
                <a:cs typeface="Calibri"/>
              </a:rPr>
              <a:t>Steering group members:</a:t>
            </a:r>
          </a:p>
          <a:p>
            <a:r>
              <a:rPr lang="nl-NL">
                <a:latin typeface="Calibri"/>
                <a:ea typeface="Calibri"/>
                <a:cs typeface="Calibri"/>
              </a:rPr>
              <a:t>Darco Jansen; UNL, chair</a:t>
            </a:r>
            <a:endParaRPr lang="nl-NL">
              <a:ea typeface="Calibri"/>
              <a:cs typeface="Calibri"/>
            </a:endParaRPr>
          </a:p>
          <a:p>
            <a:r>
              <a:rPr lang="nl-NL"/>
              <a:t>John Doove; SURF</a:t>
            </a:r>
          </a:p>
          <a:p>
            <a:r>
              <a:rPr lang="nl-NL"/>
              <a:t>Sarah Coombs; VH</a:t>
            </a:r>
          </a:p>
          <a:p>
            <a:r>
              <a:rPr lang="nl-NL"/>
              <a:t>Frans Oort; UvA</a:t>
            </a:r>
          </a:p>
          <a:p>
            <a:pPr marL="0" indent="0">
              <a:buNone/>
            </a:pPr>
            <a:endParaRPr lang="nl-NL"/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9288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ACA12-5F1D-3B4A-9104-D36AE8D7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err="1"/>
              <a:t>Recap</a:t>
            </a:r>
            <a:r>
              <a:rPr lang="nl-NL" b="1"/>
              <a:t> SPII results 2025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1D8C05A-FE90-A43F-4B30-96BFF47A5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3760237"/>
            <a:ext cx="8915399" cy="630292"/>
          </a:xfrm>
        </p:spPr>
        <p:txBody>
          <a:bodyPr/>
          <a:lstStyle/>
          <a:p>
            <a:r>
              <a:rPr lang="nl-NL" dirty="0"/>
              <a:t>Maurits van der Graaf</a:t>
            </a:r>
          </a:p>
        </p:txBody>
      </p:sp>
    </p:spTree>
    <p:extLst>
      <p:ext uri="{BB962C8B-B14F-4D97-AF65-F5344CB8AC3E}">
        <p14:creationId xmlns:p14="http://schemas.microsoft.com/office/powerpoint/2010/main" val="564385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D0D32A-218B-6F9C-1D4B-D3E1108C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558" y="624110"/>
            <a:ext cx="8911687" cy="862910"/>
          </a:xfrm>
        </p:spPr>
        <p:txBody>
          <a:bodyPr>
            <a:normAutofit fontScale="90000"/>
          </a:bodyPr>
          <a:lstStyle/>
          <a:p>
            <a:r>
              <a:rPr lang="en-GB" b="1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an Open Science infrastructure </a:t>
            </a:r>
            <a:r>
              <a:rPr lang="en-GB" b="1" noProof="0">
                <a:ea typeface="Calibri" panose="020F0502020204030204" pitchFamily="34" charset="0"/>
                <a:cs typeface="Calibri" panose="020F0502020204030204" pitchFamily="34" charset="0"/>
              </a:rPr>
              <a:t>and what is it</a:t>
            </a:r>
            <a:r>
              <a:rPr lang="en-GB" b="1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AC8B0F-8243-5C47-EC96-A3380F25B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527" y="1573618"/>
            <a:ext cx="4722877" cy="5284381"/>
          </a:xfrm>
        </p:spPr>
        <p:txBody>
          <a:bodyPr>
            <a:normAutofit/>
          </a:bodyPr>
          <a:lstStyle/>
          <a:p>
            <a:r>
              <a:rPr lang="en-GB" sz="2800" b="1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Why?</a:t>
            </a:r>
            <a:r>
              <a:rPr lang="en-GB" sz="2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Make Open Science possible and easy</a:t>
            </a:r>
          </a:p>
          <a:p>
            <a:endParaRPr lang="en-GB" sz="2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b="1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it? </a:t>
            </a:r>
            <a:r>
              <a:rPr lang="en-GB" sz="2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GB" sz="2800" b="1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Science perspective on digital research infrastructure</a:t>
            </a:r>
          </a:p>
        </p:txBody>
      </p:sp>
      <p:pic>
        <p:nvPicPr>
          <p:cNvPr id="4" name="Afbeelding 3" descr="Afbeelding met tekst, lijn, Lettertype, diagram&#10;&#10;Door AI gegenereerde inhoud is mogelijk onjuist.">
            <a:extLst>
              <a:ext uri="{FF2B5EF4-FFF2-40B4-BE49-F238E27FC236}">
                <a16:creationId xmlns:a16="http://schemas.microsoft.com/office/drawing/2014/main" id="{04F43CC1-DC0E-0A07-0434-8F3E6608C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010" y="1487019"/>
            <a:ext cx="4467515" cy="23036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5" name="Tekstballon: rechthoek 4">
            <a:extLst>
              <a:ext uri="{FF2B5EF4-FFF2-40B4-BE49-F238E27FC236}">
                <a16:creationId xmlns:a16="http://schemas.microsoft.com/office/drawing/2014/main" id="{51289E59-F1CB-642C-1008-A911FA0FE95B}"/>
              </a:ext>
            </a:extLst>
          </p:cNvPr>
          <p:cNvSpPr/>
          <p:nvPr/>
        </p:nvSpPr>
        <p:spPr>
          <a:xfrm>
            <a:off x="7310010" y="4265885"/>
            <a:ext cx="4467515" cy="1912774"/>
          </a:xfrm>
          <a:prstGeom prst="wedgeRectCallout">
            <a:avLst>
              <a:gd name="adj1" fmla="val -65914"/>
              <a:gd name="adj2" fmla="val -2907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noProof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of the existing infrastructures facilitate already Open Science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noProof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integrated Open Science Infrastructure provides connection &amp; cohesion and fills in gaps</a:t>
            </a:r>
          </a:p>
        </p:txBody>
      </p:sp>
    </p:spTree>
    <p:extLst>
      <p:ext uri="{BB962C8B-B14F-4D97-AF65-F5344CB8AC3E}">
        <p14:creationId xmlns:p14="http://schemas.microsoft.com/office/powerpoint/2010/main" val="367602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04FAF-88A1-9677-EAEF-90CED4820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ballon: rechthoek 3">
            <a:extLst>
              <a:ext uri="{FF2B5EF4-FFF2-40B4-BE49-F238E27FC236}">
                <a16:creationId xmlns:a16="http://schemas.microsoft.com/office/drawing/2014/main" id="{FAC182BE-D5AD-0198-44C1-8892BFB138C2}"/>
              </a:ext>
            </a:extLst>
          </p:cNvPr>
          <p:cNvSpPr/>
          <p:nvPr/>
        </p:nvSpPr>
        <p:spPr>
          <a:xfrm>
            <a:off x="3313356" y="0"/>
            <a:ext cx="5862917" cy="1157772"/>
          </a:xfrm>
          <a:prstGeom prst="wedgeRectCallout">
            <a:avLst>
              <a:gd name="adj1" fmla="val -1197"/>
              <a:gd name="adj2" fmla="val 83444"/>
            </a:avLst>
          </a:prstGeom>
          <a:solidFill>
            <a:srgbClr val="00B0F0"/>
          </a:solidFill>
          <a:ln w="22225" cap="rnd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use-cases such as CS or OER → possible elaborations for the reference model</a:t>
            </a:r>
            <a:endParaRPr kumimoji="0" lang="en-GB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kstballon: rechthoek 5">
            <a:extLst>
              <a:ext uri="{FF2B5EF4-FFF2-40B4-BE49-F238E27FC236}">
                <a16:creationId xmlns:a16="http://schemas.microsoft.com/office/drawing/2014/main" id="{3E537923-E772-61B2-E5D4-3CC93F89EDB9}"/>
              </a:ext>
            </a:extLst>
          </p:cNvPr>
          <p:cNvSpPr/>
          <p:nvPr/>
        </p:nvSpPr>
        <p:spPr>
          <a:xfrm>
            <a:off x="3288474" y="5566534"/>
            <a:ext cx="5862916" cy="677300"/>
          </a:xfrm>
          <a:prstGeom prst="wedgeRectCallout">
            <a:avLst>
              <a:gd name="adj1" fmla="val -4724"/>
              <a:gd name="adj2" fmla="val -145209"/>
            </a:avLst>
          </a:prstGeom>
          <a:solidFill>
            <a:srgbClr val="00B0F0"/>
          </a:solidFill>
          <a:ln w="22225" cap="rnd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developments check: </a:t>
            </a:r>
            <a:r>
              <a:rPr kumimoji="0" lang="en-GB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effects of AI and decentralisation developments?</a:t>
            </a:r>
          </a:p>
        </p:txBody>
      </p:sp>
      <p:sp>
        <p:nvSpPr>
          <p:cNvPr id="9" name="Tekstballon: rechthoek 8">
            <a:extLst>
              <a:ext uri="{FF2B5EF4-FFF2-40B4-BE49-F238E27FC236}">
                <a16:creationId xmlns:a16="http://schemas.microsoft.com/office/drawing/2014/main" id="{DBD73128-856B-4014-5E7B-896C7F927239}"/>
              </a:ext>
            </a:extLst>
          </p:cNvPr>
          <p:cNvSpPr/>
          <p:nvPr/>
        </p:nvSpPr>
        <p:spPr>
          <a:xfrm>
            <a:off x="10388845" y="1720121"/>
            <a:ext cx="1764772" cy="3264807"/>
          </a:xfrm>
          <a:prstGeom prst="wedgeRectCallout">
            <a:avLst>
              <a:gd name="adj1" fmla="val -61334"/>
              <a:gd name="adj2" fmla="val -11805"/>
            </a:avLst>
          </a:prstGeom>
          <a:solidFill>
            <a:srgbClr val="00B0F0"/>
          </a:solidFill>
          <a:ln w="22225" cap="rnd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Organisational aspects: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Governance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Finances</a:t>
            </a:r>
          </a:p>
        </p:txBody>
      </p:sp>
      <p:sp>
        <p:nvSpPr>
          <p:cNvPr id="30" name="Rechthoek 43">
            <a:extLst>
              <a:ext uri="{FF2B5EF4-FFF2-40B4-BE49-F238E27FC236}">
                <a16:creationId xmlns:a16="http://schemas.microsoft.com/office/drawing/2014/main" id="{B42C4053-FC8D-137C-EAE4-85A1AB084575}"/>
              </a:ext>
            </a:extLst>
          </p:cNvPr>
          <p:cNvSpPr/>
          <p:nvPr/>
        </p:nvSpPr>
        <p:spPr>
          <a:xfrm>
            <a:off x="1774004" y="4259595"/>
            <a:ext cx="8402366" cy="6772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noProof="0"/>
              <a:t>Discovery </a:t>
            </a:r>
          </a:p>
        </p:txBody>
      </p:sp>
      <p:sp>
        <p:nvSpPr>
          <p:cNvPr id="31" name="Rechthoek 42">
            <a:extLst>
              <a:ext uri="{FF2B5EF4-FFF2-40B4-BE49-F238E27FC236}">
                <a16:creationId xmlns:a16="http://schemas.microsoft.com/office/drawing/2014/main" id="{5F780648-AD85-29F1-D83E-5D91DBCACD53}"/>
              </a:ext>
            </a:extLst>
          </p:cNvPr>
          <p:cNvSpPr/>
          <p:nvPr/>
        </p:nvSpPr>
        <p:spPr>
          <a:xfrm>
            <a:off x="1782595" y="3510652"/>
            <a:ext cx="8393775" cy="6772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noProof="0"/>
              <a:t>Research information</a:t>
            </a:r>
          </a:p>
        </p:txBody>
      </p:sp>
      <p:sp>
        <p:nvSpPr>
          <p:cNvPr id="32" name="Rechthoek 36">
            <a:extLst>
              <a:ext uri="{FF2B5EF4-FFF2-40B4-BE49-F238E27FC236}">
                <a16:creationId xmlns:a16="http://schemas.microsoft.com/office/drawing/2014/main" id="{D0E50CAC-693E-0A3C-3A67-475EE0A58209}"/>
              </a:ext>
            </a:extLst>
          </p:cNvPr>
          <p:cNvSpPr/>
          <p:nvPr/>
        </p:nvSpPr>
        <p:spPr>
          <a:xfrm>
            <a:off x="1803155" y="1720123"/>
            <a:ext cx="1581912" cy="1718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noProof="0"/>
              <a:t>Research administration &amp; funding</a:t>
            </a:r>
          </a:p>
        </p:txBody>
      </p:sp>
      <p:sp>
        <p:nvSpPr>
          <p:cNvPr id="33" name="Rechthoek 37">
            <a:extLst>
              <a:ext uri="{FF2B5EF4-FFF2-40B4-BE49-F238E27FC236}">
                <a16:creationId xmlns:a16="http://schemas.microsoft.com/office/drawing/2014/main" id="{58D8EA49-C2D1-B2EF-B22C-EBB1DAF9C197}"/>
              </a:ext>
            </a:extLst>
          </p:cNvPr>
          <p:cNvSpPr/>
          <p:nvPr/>
        </p:nvSpPr>
        <p:spPr>
          <a:xfrm>
            <a:off x="3483853" y="1710115"/>
            <a:ext cx="1625171" cy="1718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noProof="0"/>
              <a:t>Research tools</a:t>
            </a:r>
          </a:p>
        </p:txBody>
      </p:sp>
      <p:sp>
        <p:nvSpPr>
          <p:cNvPr id="34" name="Rechthoek 38">
            <a:extLst>
              <a:ext uri="{FF2B5EF4-FFF2-40B4-BE49-F238E27FC236}">
                <a16:creationId xmlns:a16="http://schemas.microsoft.com/office/drawing/2014/main" id="{07863638-3822-D9AF-2FFD-2CE85F55398B}"/>
              </a:ext>
            </a:extLst>
          </p:cNvPr>
          <p:cNvSpPr/>
          <p:nvPr/>
        </p:nvSpPr>
        <p:spPr>
          <a:xfrm>
            <a:off x="5195618" y="1720123"/>
            <a:ext cx="1581912" cy="1718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>
                <a:solidFill>
                  <a:schemeClr val="bg1"/>
                </a:solidFill>
              </a:rPr>
              <a:t>Research data management</a:t>
            </a:r>
          </a:p>
        </p:txBody>
      </p:sp>
      <p:sp>
        <p:nvSpPr>
          <p:cNvPr id="35" name="Rechthoek 39">
            <a:extLst>
              <a:ext uri="{FF2B5EF4-FFF2-40B4-BE49-F238E27FC236}">
                <a16:creationId xmlns:a16="http://schemas.microsoft.com/office/drawing/2014/main" id="{16F8193B-72CB-3408-AF58-22BC4A8AA5BF}"/>
              </a:ext>
            </a:extLst>
          </p:cNvPr>
          <p:cNvSpPr/>
          <p:nvPr/>
        </p:nvSpPr>
        <p:spPr>
          <a:xfrm>
            <a:off x="6864124" y="1720123"/>
            <a:ext cx="1612826" cy="1718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>
                <a:solidFill>
                  <a:schemeClr val="bg1"/>
                </a:solidFill>
              </a:rPr>
              <a:t>Research software management</a:t>
            </a:r>
          </a:p>
        </p:txBody>
      </p:sp>
      <p:sp>
        <p:nvSpPr>
          <p:cNvPr id="36" name="Rechthoek 40">
            <a:extLst>
              <a:ext uri="{FF2B5EF4-FFF2-40B4-BE49-F238E27FC236}">
                <a16:creationId xmlns:a16="http://schemas.microsoft.com/office/drawing/2014/main" id="{DB398818-CDED-EAE7-5624-22D2FDD7888D}"/>
              </a:ext>
            </a:extLst>
          </p:cNvPr>
          <p:cNvSpPr/>
          <p:nvPr/>
        </p:nvSpPr>
        <p:spPr>
          <a:xfrm>
            <a:off x="8563544" y="1720122"/>
            <a:ext cx="1612826" cy="1718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noProof="0"/>
              <a:t>Publication &amp; </a:t>
            </a:r>
            <a:r>
              <a:rPr lang="en-AU" sz="1400" b="1" noProof="0"/>
              <a:t>communication</a:t>
            </a:r>
          </a:p>
        </p:txBody>
      </p:sp>
      <p:sp>
        <p:nvSpPr>
          <p:cNvPr id="10" name="Tekstballon: rechthoek 9">
            <a:extLst>
              <a:ext uri="{FF2B5EF4-FFF2-40B4-BE49-F238E27FC236}">
                <a16:creationId xmlns:a16="http://schemas.microsoft.com/office/drawing/2014/main" id="{22C03297-A34B-06E1-9198-8D528508EBBB}"/>
              </a:ext>
            </a:extLst>
          </p:cNvPr>
          <p:cNvSpPr/>
          <p:nvPr/>
        </p:nvSpPr>
        <p:spPr>
          <a:xfrm>
            <a:off x="38382" y="1592132"/>
            <a:ext cx="1665987" cy="1836868"/>
          </a:xfrm>
          <a:prstGeom prst="wedgeRectCallout">
            <a:avLst>
              <a:gd name="adj1" fmla="val 65209"/>
              <a:gd name="adj2" fmla="val 11294"/>
            </a:avLst>
          </a:prstGeom>
          <a:solidFill>
            <a:srgbClr val="00B0F0"/>
          </a:solidFill>
          <a:ln w="22225" cap="rnd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lvl="0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defRPr/>
            </a:pPr>
            <a:r>
              <a:rPr kumimoji="0" lang="en-GB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r>
              <a:rPr kumimoji="0" lang="en-GB" b="1" i="0" u="none" strike="noStrike" kern="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</a:t>
            </a:r>
            <a:endParaRPr kumimoji="0" lang="en-GB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kstballon: rechthoek 6">
            <a:extLst>
              <a:ext uri="{FF2B5EF4-FFF2-40B4-BE49-F238E27FC236}">
                <a16:creationId xmlns:a16="http://schemas.microsoft.com/office/drawing/2014/main" id="{86F233FE-3B4B-E376-F3A0-1207A35FE872}"/>
              </a:ext>
            </a:extLst>
          </p:cNvPr>
          <p:cNvSpPr/>
          <p:nvPr/>
        </p:nvSpPr>
        <p:spPr>
          <a:xfrm>
            <a:off x="17655" y="3728450"/>
            <a:ext cx="1686714" cy="2695808"/>
          </a:xfrm>
          <a:prstGeom prst="wedgeRectCallout">
            <a:avLst>
              <a:gd name="adj1" fmla="val 90485"/>
              <a:gd name="adj2" fmla="val -36251"/>
            </a:avLst>
          </a:prstGeom>
          <a:solidFill>
            <a:srgbClr val="00B0F0"/>
          </a:solidFill>
          <a:ln w="22225" cap="rnd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Connection </a:t>
            </a:r>
            <a:r>
              <a:rPr lang="en-GB" b="1" kern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kumimoji="0" lang="en-GB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collaboration  infrastructural development projects (OSNL, TDCC, …)</a:t>
            </a:r>
            <a:endParaRPr kumimoji="0" lang="en-GB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A1A7459-0B50-13F9-2867-A8AA914D7051}"/>
              </a:ext>
            </a:extLst>
          </p:cNvPr>
          <p:cNvSpPr/>
          <p:nvPr/>
        </p:nvSpPr>
        <p:spPr>
          <a:xfrm>
            <a:off x="2125692" y="1720583"/>
            <a:ext cx="7944225" cy="3264807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b="1"/>
              <a:t>In SPII 2025, we </a:t>
            </a:r>
            <a:r>
              <a:rPr lang="nl-NL" b="1" err="1"/>
              <a:t>identified</a:t>
            </a:r>
            <a:r>
              <a:rPr lang="nl-NL" b="1"/>
              <a:t> 7 types of infrastructures</a:t>
            </a:r>
          </a:p>
        </p:txBody>
      </p:sp>
    </p:spTree>
    <p:extLst>
      <p:ext uri="{BB962C8B-B14F-4D97-AF65-F5344CB8AC3E}">
        <p14:creationId xmlns:p14="http://schemas.microsoft.com/office/powerpoint/2010/main" val="217774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0" grpId="0" animBg="1"/>
      <p:bldP spid="7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670A9-E818-77FC-5E43-855005258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38DC97-B1A8-1BBB-8AFD-9FC3B733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Approach SPII 2026: </a:t>
            </a:r>
            <a:br>
              <a:rPr lang="nl-NL" b="1" dirty="0"/>
            </a:br>
            <a:r>
              <a:rPr lang="nl-NL" b="1" dirty="0" err="1"/>
              <a:t>Developing</a:t>
            </a:r>
            <a:r>
              <a:rPr lang="nl-NL" b="1" dirty="0"/>
              <a:t> a reference model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36B3F11-088F-ADA9-7585-E9561E890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53549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A34A76C-ED59-426F-ABD9-8BA06ABEA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27576" cy="6858000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2AC253B-788B-C69A-515B-C85D577A7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576" y="-23327"/>
            <a:ext cx="6344816" cy="6858000"/>
          </a:xfrm>
          <a:prstGeom prst="rect">
            <a:avLst/>
          </a:prstGeom>
          <a:solidFill>
            <a:srgbClr val="00B0F0"/>
          </a:solidFill>
        </p:spPr>
      </p:pic>
    </p:spTree>
    <p:extLst>
      <p:ext uri="{BB962C8B-B14F-4D97-AF65-F5344CB8AC3E}">
        <p14:creationId xmlns:p14="http://schemas.microsoft.com/office/powerpoint/2010/main" val="334848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Rectangle"/>
          <p:cNvSpPr/>
          <p:nvPr/>
        </p:nvSpPr>
        <p:spPr>
          <a:xfrm>
            <a:off x="8778818" y="2274331"/>
            <a:ext cx="3152852" cy="2769871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914400">
              <a:spcBef>
                <a:spcPts val="100"/>
              </a:spcBef>
              <a:defRPr sz="3200" b="1">
                <a:latin typeface="Aptos"/>
                <a:ea typeface="Aptos"/>
                <a:cs typeface="Aptos"/>
                <a:sym typeface="Aptos"/>
              </a:defRPr>
            </a:pPr>
            <a:endParaRPr sz="1600"/>
          </a:p>
        </p:txBody>
      </p:sp>
      <p:sp>
        <p:nvSpPr>
          <p:cNvPr id="326" name="Rectangle"/>
          <p:cNvSpPr/>
          <p:nvPr/>
        </p:nvSpPr>
        <p:spPr>
          <a:xfrm>
            <a:off x="6941641" y="2045096"/>
            <a:ext cx="1294003" cy="3228341"/>
          </a:xfrm>
          <a:prstGeom prst="rect">
            <a:avLst/>
          </a:prstGeom>
          <a:solidFill>
            <a:schemeClr val="accent1">
              <a:lumOff val="16847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27" name="Rectangle"/>
          <p:cNvSpPr/>
          <p:nvPr/>
        </p:nvSpPr>
        <p:spPr>
          <a:xfrm>
            <a:off x="5198554" y="2045096"/>
            <a:ext cx="1294003" cy="3228341"/>
          </a:xfrm>
          <a:prstGeom prst="rect">
            <a:avLst/>
          </a:prstGeom>
          <a:solidFill>
            <a:schemeClr val="accent1">
              <a:lumOff val="16847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28" name="Rectangle"/>
          <p:cNvSpPr/>
          <p:nvPr/>
        </p:nvSpPr>
        <p:spPr>
          <a:xfrm>
            <a:off x="3455467" y="2045096"/>
            <a:ext cx="1294003" cy="3228341"/>
          </a:xfrm>
          <a:prstGeom prst="rect">
            <a:avLst/>
          </a:prstGeom>
          <a:solidFill>
            <a:schemeClr val="accent1">
              <a:lumOff val="16847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29" name="Slide bullet text"/>
          <p:cNvSpPr txBox="1">
            <a:spLocks noGrp="1"/>
          </p:cNvSpPr>
          <p:nvPr>
            <p:ph type="body" sz="quarter" idx="4294967295"/>
          </p:nvPr>
        </p:nvSpPr>
        <p:spPr>
          <a:xfrm>
            <a:off x="720000" y="6060536"/>
            <a:ext cx="932400" cy="47520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0" rIns="0" bIns="0" rtlCol="0">
            <a:normAutofit/>
          </a:bodyPr>
          <a:lstStyle>
            <a:lvl1pPr marL="0" indent="0" defTabSz="1828800">
              <a:spcBef>
                <a:spcPts val="1200"/>
              </a:spcBef>
              <a:buSzTx/>
              <a:buNone/>
              <a:defRPr sz="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 </a:t>
            </a:r>
          </a:p>
        </p:txBody>
      </p:sp>
      <p:sp>
        <p:nvSpPr>
          <p:cNvPr id="330" name="Open Science reference model"/>
          <p:cNvSpPr txBox="1">
            <a:spLocks noGrp="1"/>
          </p:cNvSpPr>
          <p:nvPr>
            <p:ph type="title" idx="4294967295"/>
          </p:nvPr>
        </p:nvSpPr>
        <p:spPr>
          <a:xfrm>
            <a:off x="924792" y="468458"/>
            <a:ext cx="10559001" cy="342212"/>
          </a:xfrm>
          <a:prstGeom prst="rect">
            <a:avLst/>
          </a:prstGeom>
        </p:spPr>
        <p:txBody>
          <a:bodyPr vert="horz" lIns="0" tIns="0" rIns="0" bIns="0" rtlCol="0" anchor="t">
            <a:normAutofit fontScale="90000"/>
          </a:bodyPr>
          <a:lstStyle>
            <a:lvl1pPr defTabSz="1225296">
              <a:lnSpc>
                <a:spcPct val="90000"/>
              </a:lnSpc>
              <a:defRPr sz="4556" spc="0"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lang="nl-N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nl-NL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eference model for Open Science infrastructure</a:t>
            </a:r>
            <a:endParaRPr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1" name="Tijdelijke aanduiding voor tekst 2"/>
          <p:cNvSpPr/>
          <p:nvPr/>
        </p:nvSpPr>
        <p:spPr>
          <a:xfrm>
            <a:off x="708207" y="707795"/>
            <a:ext cx="36001" cy="396001"/>
          </a:xfrm>
          <a:prstGeom prst="rect">
            <a:avLst/>
          </a:prstGeom>
          <a:solidFill>
            <a:srgbClr val="EE7628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1828800">
              <a:spcBef>
                <a:spcPts val="1200"/>
              </a:spcBef>
              <a:defRPr sz="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100"/>
              <a:t> </a:t>
            </a:r>
          </a:p>
        </p:txBody>
      </p:sp>
      <p:sp>
        <p:nvSpPr>
          <p:cNvPr id="332" name="Tekstvak 30"/>
          <p:cNvSpPr txBox="1"/>
          <p:nvPr/>
        </p:nvSpPr>
        <p:spPr>
          <a:xfrm>
            <a:off x="8968286" y="2427141"/>
            <a:ext cx="2791323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1828800">
              <a:spcBef>
                <a:spcPts val="200"/>
              </a:spcBef>
              <a:defRPr sz="3200" b="1"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lang="nl-NL" sz="1600" dirty="0"/>
              <a:t>Reference model for Open Science infrastructure</a:t>
            </a:r>
            <a:endParaRPr sz="1600" dirty="0"/>
          </a:p>
        </p:txBody>
      </p:sp>
      <p:sp>
        <p:nvSpPr>
          <p:cNvPr id="333" name="Tekstvak 30"/>
          <p:cNvSpPr txBox="1"/>
          <p:nvPr/>
        </p:nvSpPr>
        <p:spPr>
          <a:xfrm>
            <a:off x="8928731" y="3321446"/>
            <a:ext cx="2921300" cy="13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1828800">
              <a:spcBef>
                <a:spcPts val="200"/>
              </a:spcBef>
              <a:defRPr sz="3200" b="1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err="1"/>
              <a:t>Guiding</a:t>
            </a:r>
            <a:r>
              <a:rPr lang="nl-NL" sz="1600" dirty="0"/>
              <a:t>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Landscape model</a:t>
            </a:r>
            <a:endParaRPr lang="nl-N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/>
              <a:t>Shared </a:t>
            </a:r>
            <a:r>
              <a:rPr lang="nl-NL" sz="1600" dirty="0" err="1"/>
              <a:t>terminology</a:t>
            </a:r>
            <a:endParaRPr lang="nl-N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/>
              <a:t>Interoperability framework</a:t>
            </a:r>
          </a:p>
          <a:p>
            <a:endParaRPr sz="1600" dirty="0"/>
          </a:p>
        </p:txBody>
      </p:sp>
      <p:sp>
        <p:nvSpPr>
          <p:cNvPr id="334" name="Tekstvak 30"/>
          <p:cNvSpPr txBox="1"/>
          <p:nvPr/>
        </p:nvSpPr>
        <p:spPr>
          <a:xfrm>
            <a:off x="9396118" y="4433966"/>
            <a:ext cx="236349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1828800">
              <a:spcBef>
                <a:spcPts val="200"/>
              </a:spcBef>
              <a:defRPr sz="3200" b="1">
                <a:latin typeface="Aptos"/>
                <a:ea typeface="Aptos"/>
                <a:cs typeface="Aptos"/>
                <a:sym typeface="Aptos"/>
              </a:defRPr>
            </a:lvl1pPr>
          </a:lstStyle>
          <a:p>
            <a:endParaRPr sz="1600" dirty="0"/>
          </a:p>
        </p:txBody>
      </p:sp>
      <p:sp>
        <p:nvSpPr>
          <p:cNvPr id="335" name="Arrow"/>
          <p:cNvSpPr/>
          <p:nvPr/>
        </p:nvSpPr>
        <p:spPr>
          <a:xfrm rot="16200000">
            <a:off x="5464960" y="-888200"/>
            <a:ext cx="761193" cy="5080001"/>
          </a:xfrm>
          <a:prstGeom prst="rightArrow">
            <a:avLst>
              <a:gd name="adj1" fmla="val 100000"/>
              <a:gd name="adj2" fmla="val 95307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36" name="Preconditions"/>
          <p:cNvSpPr/>
          <p:nvPr/>
        </p:nvSpPr>
        <p:spPr>
          <a:xfrm>
            <a:off x="3305556" y="2274331"/>
            <a:ext cx="5080001" cy="762001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 defTabSz="1828800">
              <a:spcBef>
                <a:spcPts val="200"/>
              </a:spcBef>
              <a:defRPr sz="3200" b="1"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1600"/>
              <a:t>Preconditions</a:t>
            </a:r>
          </a:p>
        </p:txBody>
      </p:sp>
      <p:sp>
        <p:nvSpPr>
          <p:cNvPr id="337" name="Current and target situation"/>
          <p:cNvSpPr/>
          <p:nvPr/>
        </p:nvSpPr>
        <p:spPr>
          <a:xfrm>
            <a:off x="3305556" y="3278266"/>
            <a:ext cx="5080001" cy="762001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 defTabSz="1828800">
              <a:spcBef>
                <a:spcPts val="200"/>
              </a:spcBef>
              <a:defRPr sz="3200" b="1"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1600"/>
              <a:t>Current and target situation</a:t>
            </a:r>
          </a:p>
        </p:txBody>
      </p:sp>
      <p:sp>
        <p:nvSpPr>
          <p:cNvPr id="338" name="Collective actions"/>
          <p:cNvSpPr/>
          <p:nvPr/>
        </p:nvSpPr>
        <p:spPr>
          <a:xfrm>
            <a:off x="3305556" y="4282201"/>
            <a:ext cx="5080001" cy="762001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 defTabSz="1828800">
              <a:spcBef>
                <a:spcPts val="200"/>
              </a:spcBef>
              <a:defRPr sz="3200" b="1"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1600"/>
              <a:t>Collective actions</a:t>
            </a:r>
          </a:p>
        </p:txBody>
      </p:sp>
      <p:sp>
        <p:nvSpPr>
          <p:cNvPr id="339" name="Arrow"/>
          <p:cNvSpPr/>
          <p:nvPr/>
        </p:nvSpPr>
        <p:spPr>
          <a:xfrm rot="5400000">
            <a:off x="5464960" y="3126732"/>
            <a:ext cx="761193" cy="5080001"/>
          </a:xfrm>
          <a:prstGeom prst="rightArrow">
            <a:avLst>
              <a:gd name="adj1" fmla="val 100000"/>
              <a:gd name="adj2" fmla="val 95307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40" name="Tekstvak 30"/>
          <p:cNvSpPr txBox="1"/>
          <p:nvPr/>
        </p:nvSpPr>
        <p:spPr>
          <a:xfrm>
            <a:off x="4617618" y="1574561"/>
            <a:ext cx="2455876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spcBef>
                <a:spcPts val="200"/>
              </a:spcBef>
              <a:defRPr sz="3200" b="1"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1600"/>
              <a:t>Why change?</a:t>
            </a:r>
          </a:p>
        </p:txBody>
      </p:sp>
      <p:sp>
        <p:nvSpPr>
          <p:cNvPr id="341" name="Tekstvak 30"/>
          <p:cNvSpPr txBox="1"/>
          <p:nvPr/>
        </p:nvSpPr>
        <p:spPr>
          <a:xfrm>
            <a:off x="4617618" y="5425686"/>
            <a:ext cx="2455876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spcBef>
                <a:spcPts val="200"/>
              </a:spcBef>
              <a:defRPr sz="3200" b="1"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1600"/>
              <a:t>What we are doing</a:t>
            </a:r>
          </a:p>
        </p:txBody>
      </p:sp>
      <p:grpSp>
        <p:nvGrpSpPr>
          <p:cNvPr id="345" name="Screenshot 2026-06-24 at 09.54.09.png"/>
          <p:cNvGrpSpPr/>
          <p:nvPr/>
        </p:nvGrpSpPr>
        <p:grpSpPr>
          <a:xfrm>
            <a:off x="133230" y="1213546"/>
            <a:ext cx="2936654" cy="1671917"/>
            <a:chOff x="0" y="0"/>
            <a:chExt cx="5873306" cy="3343833"/>
          </a:xfrm>
        </p:grpSpPr>
        <p:pic>
          <p:nvPicPr>
            <p:cNvPr id="344" name="Screenshot 2026-06-24 at 09.54.09.png" descr="Screenshot 2026-06-24 at 09.54.09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000" y="88900"/>
              <a:ext cx="5619307" cy="3013633"/>
            </a:xfrm>
            <a:prstGeom prst="rect">
              <a:avLst/>
            </a:prstGeom>
            <a:ln w="76200">
              <a:solidFill>
                <a:srgbClr val="FFC000"/>
              </a:solidFill>
            </a:ln>
            <a:effectLst/>
          </p:spPr>
        </p:pic>
        <p:pic>
          <p:nvPicPr>
            <p:cNvPr id="343" name="Screenshot 2026-06-24 at 09.54.09.png" descr="Screenshot 2026-06-24 at 09.54.09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"/>
              <a:ext cx="5873307" cy="3343835"/>
            </a:xfrm>
            <a:prstGeom prst="rect">
              <a:avLst/>
            </a:prstGeom>
            <a:ln w="76200">
              <a:solidFill>
                <a:srgbClr val="FFC000"/>
              </a:solidFill>
            </a:ln>
            <a:effectLst/>
          </p:spPr>
        </p:pic>
      </p:grpSp>
      <p:grpSp>
        <p:nvGrpSpPr>
          <p:cNvPr id="348" name="Screenshot 2026-06-24 at 09.54.42.png"/>
          <p:cNvGrpSpPr/>
          <p:nvPr/>
        </p:nvGrpSpPr>
        <p:grpSpPr>
          <a:xfrm>
            <a:off x="184072" y="5056901"/>
            <a:ext cx="2936654" cy="1671917"/>
            <a:chOff x="0" y="0"/>
            <a:chExt cx="5873306" cy="3343833"/>
          </a:xfrm>
        </p:grpSpPr>
        <p:pic>
          <p:nvPicPr>
            <p:cNvPr id="347" name="Screenshot 2026-06-24 at 09.54.42.png" descr="Screenshot 2026-06-24 at 09.54.4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000" y="88900"/>
              <a:ext cx="5619307" cy="3013633"/>
            </a:xfrm>
            <a:prstGeom prst="rect">
              <a:avLst/>
            </a:prstGeom>
            <a:ln w="76200">
              <a:solidFill>
                <a:srgbClr val="00B0F0"/>
              </a:solidFill>
            </a:ln>
            <a:effectLst/>
          </p:spPr>
        </p:pic>
        <p:pic>
          <p:nvPicPr>
            <p:cNvPr id="346" name="Screenshot 2026-06-24 at 09.54.42.png" descr="Screenshot 2026-06-24 at 09.54.42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"/>
              <a:ext cx="5873307" cy="3343835"/>
            </a:xfrm>
            <a:prstGeom prst="rect">
              <a:avLst/>
            </a:prstGeom>
            <a:ln w="76200">
              <a:solidFill>
                <a:srgbClr val="00B0F0"/>
              </a:solidFill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" grpId="0" animBg="1" advAuto="0"/>
      <p:bldP spid="326" grpId="0" animBg="1" advAuto="0"/>
      <p:bldP spid="327" grpId="0" animBg="1" advAuto="0"/>
      <p:bldP spid="328" grpId="0" animBg="1" advAuto="0"/>
      <p:bldP spid="332" grpId="0" animBg="1" advAuto="0"/>
      <p:bldP spid="333" grpId="0" animBg="1" advAuto="0"/>
      <p:bldP spid="334" grpId="0" animBg="1" advAuto="0"/>
      <p:bldP spid="336" grpId="0" animBg="1" advAuto="0"/>
      <p:bldP spid="337" grpId="0" animBg="1" advAuto="0"/>
      <p:bldP spid="338" grpId="0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D3B71E-2329-1F8E-A34C-A0FC8689B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05297"/>
          </a:xfrm>
        </p:spPr>
        <p:txBody>
          <a:bodyPr/>
          <a:lstStyle/>
          <a:p>
            <a:r>
              <a:rPr lang="nl-NL" b="1"/>
              <a:t>Focus and </a:t>
            </a:r>
            <a:r>
              <a:rPr lang="nl-NL" b="1" err="1"/>
              <a:t>choices</a:t>
            </a:r>
            <a:r>
              <a:rPr lang="nl-NL" b="1"/>
              <a:t> </a:t>
            </a:r>
            <a:r>
              <a:rPr lang="nl-NL" b="1" err="1"/>
              <a:t>proposed</a:t>
            </a:r>
            <a:r>
              <a:rPr lang="nl-NL" b="1"/>
              <a:t> for 2026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8AFB0F34-DAF0-EF58-1B79-338A6DB0A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194" y="1429408"/>
            <a:ext cx="5934131" cy="40475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5" name="Tekstballon: rechthoek met afgeronde hoeken 4">
            <a:extLst>
              <a:ext uri="{FF2B5EF4-FFF2-40B4-BE49-F238E27FC236}">
                <a16:creationId xmlns:a16="http://schemas.microsoft.com/office/drawing/2014/main" id="{573D4C50-0065-93F6-BFDE-A661D55619E8}"/>
              </a:ext>
            </a:extLst>
          </p:cNvPr>
          <p:cNvSpPr/>
          <p:nvPr/>
        </p:nvSpPr>
        <p:spPr>
          <a:xfrm>
            <a:off x="2769195" y="5609169"/>
            <a:ext cx="5857012" cy="1034003"/>
          </a:xfrm>
          <a:prstGeom prst="wedgeRoundRectCallout">
            <a:avLst>
              <a:gd name="adj1" fmla="val -2931"/>
              <a:gd name="adj2" fmla="val -17616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b="1" dirty="0">
                <a:latin typeface="Calibri"/>
                <a:ea typeface="Calibri"/>
                <a:cs typeface="Calibri"/>
              </a:rPr>
              <a:t>Development of the reference model for technical aspects (</a:t>
            </a:r>
            <a:r>
              <a:rPr lang="nl-NL" b="1" dirty="0" err="1">
                <a:latin typeface="Calibri"/>
                <a:ea typeface="Calibri"/>
                <a:cs typeface="Calibri"/>
              </a:rPr>
              <a:t>July</a:t>
            </a:r>
            <a:r>
              <a:rPr lang="nl-NL" b="1" dirty="0">
                <a:latin typeface="Calibri"/>
                <a:ea typeface="Calibri"/>
                <a:cs typeface="Calibri"/>
              </a:rPr>
              <a:t> – December)</a:t>
            </a:r>
          </a:p>
        </p:txBody>
      </p:sp>
      <p:sp>
        <p:nvSpPr>
          <p:cNvPr id="6" name="Tekstballon: rechthoek met afgeronde hoeken 5">
            <a:extLst>
              <a:ext uri="{FF2B5EF4-FFF2-40B4-BE49-F238E27FC236}">
                <a16:creationId xmlns:a16="http://schemas.microsoft.com/office/drawing/2014/main" id="{18A2CF0B-3140-FB41-5188-DC91F68814D7}"/>
              </a:ext>
            </a:extLst>
          </p:cNvPr>
          <p:cNvSpPr/>
          <p:nvPr/>
        </p:nvSpPr>
        <p:spPr>
          <a:xfrm>
            <a:off x="8879595" y="3098494"/>
            <a:ext cx="3180202" cy="1376687"/>
          </a:xfrm>
          <a:prstGeom prst="wedgeRoundRectCallout">
            <a:avLst>
              <a:gd name="adj1" fmla="val -123485"/>
              <a:gd name="adj2" fmla="val -8226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of models for governance, organisation and </a:t>
            </a:r>
            <a:r>
              <a:rPr lang="nl-NL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finances</a:t>
            </a:r>
            <a:r>
              <a:rPr lang="nl-NL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November </a:t>
            </a:r>
          </a:p>
        </p:txBody>
      </p:sp>
    </p:spTree>
    <p:extLst>
      <p:ext uri="{BB962C8B-B14F-4D97-AF65-F5344CB8AC3E}">
        <p14:creationId xmlns:p14="http://schemas.microsoft.com/office/powerpoint/2010/main" val="393651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1B27BF-FD77-90F9-F2C3-1612FECF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latin typeface="Calibri"/>
                <a:ea typeface="Calibri"/>
                <a:cs typeface="Calibri"/>
              </a:rPr>
              <a:t>Development of the reference model for the technical aspects</a:t>
            </a:r>
            <a:endParaRPr lang="nl-NL" b="1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7A1F42-8180-7396-2E78-01CF0ED3F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sz="3200"/>
              <a:t>Development </a:t>
            </a:r>
            <a:r>
              <a:rPr lang="nl-NL" sz="3200" err="1"/>
              <a:t>together</a:t>
            </a:r>
            <a:r>
              <a:rPr lang="nl-NL" sz="3200"/>
              <a:t> with stakeholders</a:t>
            </a:r>
          </a:p>
          <a:p>
            <a:r>
              <a:rPr lang="nl-NL" sz="3200"/>
              <a:t>Interactive with </a:t>
            </a:r>
            <a:r>
              <a:rPr lang="nl-NL" sz="3200" err="1"/>
              <a:t>broad</a:t>
            </a:r>
            <a:r>
              <a:rPr lang="nl-NL" sz="3200"/>
              <a:t> </a:t>
            </a:r>
            <a:r>
              <a:rPr lang="nl-NL" sz="3200" err="1"/>
              <a:t>consultation</a:t>
            </a:r>
            <a:endParaRPr lang="nl-NL" sz="3200"/>
          </a:p>
          <a:p>
            <a:r>
              <a:rPr lang="nl-NL" sz="3200" err="1"/>
              <a:t>Alignment</a:t>
            </a:r>
            <a:r>
              <a:rPr lang="nl-NL" sz="3200"/>
              <a:t> with </a:t>
            </a:r>
            <a:r>
              <a:rPr lang="nl-NL" sz="3200" err="1"/>
              <a:t>existing</a:t>
            </a:r>
            <a:r>
              <a:rPr lang="nl-NL" sz="3200"/>
              <a:t> </a:t>
            </a:r>
            <a:r>
              <a:rPr lang="nl-NL" sz="3200" err="1"/>
              <a:t>infrastructures</a:t>
            </a:r>
            <a:r>
              <a:rPr lang="nl-NL" sz="3200"/>
              <a:t> and </a:t>
            </a:r>
            <a:r>
              <a:rPr lang="nl-NL" sz="3200" err="1"/>
              <a:t>infrastructures</a:t>
            </a:r>
            <a:r>
              <a:rPr lang="nl-NL" sz="3200"/>
              <a:t> in development (OSNL-</a:t>
            </a:r>
            <a:r>
              <a:rPr lang="nl-NL" sz="3200" err="1"/>
              <a:t>projects</a:t>
            </a:r>
            <a:r>
              <a:rPr lang="nl-NL" sz="3200"/>
              <a:t>, TDCC-</a:t>
            </a:r>
            <a:r>
              <a:rPr lang="nl-NL" sz="3200" err="1"/>
              <a:t>projects</a:t>
            </a:r>
            <a:r>
              <a:rPr lang="nl-NL" sz="3200"/>
              <a:t>, EOSC-NL node, …)</a:t>
            </a:r>
          </a:p>
          <a:p>
            <a:r>
              <a:rPr lang="nl-NL" sz="3200" err="1"/>
              <a:t>Additional</a:t>
            </a:r>
            <a:r>
              <a:rPr lang="nl-NL" sz="3200"/>
              <a:t> use-cases such as Citizen Science, Open Educational Resources and </a:t>
            </a:r>
            <a:r>
              <a:rPr lang="nl-NL" sz="3200" err="1"/>
              <a:t>others</a:t>
            </a:r>
            <a:r>
              <a:rPr lang="nl-NL" sz="3200"/>
              <a:t> to </a:t>
            </a:r>
            <a:r>
              <a:rPr lang="nl-NL" sz="3200" err="1"/>
              <a:t>further</a:t>
            </a:r>
            <a:r>
              <a:rPr lang="nl-NL" sz="3200"/>
              <a:t> </a:t>
            </a:r>
            <a:r>
              <a:rPr lang="nl-NL" sz="3200" err="1"/>
              <a:t>inform</a:t>
            </a:r>
            <a:r>
              <a:rPr lang="nl-NL" sz="3200"/>
              <a:t> and </a:t>
            </a:r>
            <a:r>
              <a:rPr lang="nl-NL" sz="3200" err="1"/>
              <a:t>shape</a:t>
            </a:r>
            <a:r>
              <a:rPr lang="nl-NL" sz="3200"/>
              <a:t> the reference model </a:t>
            </a: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3297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B8156-E5F7-0E82-E710-F8CB3F26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952" y="624110"/>
            <a:ext cx="8911687" cy="1015504"/>
          </a:xfrm>
        </p:spPr>
        <p:txBody>
          <a:bodyPr/>
          <a:lstStyle/>
          <a:p>
            <a:r>
              <a:rPr lang="nl-NL" b="1"/>
              <a:t>Why a reference model?</a:t>
            </a:r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398602CA-AE7D-10A7-2EFA-6854D77DD230}"/>
              </a:ext>
            </a:extLst>
          </p:cNvPr>
          <p:cNvSpPr/>
          <p:nvPr/>
        </p:nvSpPr>
        <p:spPr>
          <a:xfrm>
            <a:off x="2556061" y="1996966"/>
            <a:ext cx="2782110" cy="840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>
                <a:latin typeface="Calibri" panose="020F0502020204030204" pitchFamily="34" charset="0"/>
              </a:rPr>
              <a:t>Basis for working </a:t>
            </a:r>
            <a:r>
              <a:rPr lang="nl-NL" b="1" err="1">
                <a:latin typeface="Calibri" panose="020F0502020204030204" pitchFamily="34" charset="0"/>
              </a:rPr>
              <a:t>together</a:t>
            </a:r>
            <a:endParaRPr lang="nl-NL" b="1">
              <a:latin typeface="Calibri" panose="020F0502020204030204" pitchFamily="34" charset="0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80A254A6-C703-79C0-6F1B-385820453C57}"/>
              </a:ext>
            </a:extLst>
          </p:cNvPr>
          <p:cNvSpPr/>
          <p:nvPr/>
        </p:nvSpPr>
        <p:spPr>
          <a:xfrm>
            <a:off x="5588295" y="1996966"/>
            <a:ext cx="2782110" cy="840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>
                <a:latin typeface="Calibri" panose="020F0502020204030204" pitchFamily="34" charset="0"/>
              </a:rPr>
              <a:t>Support development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075ECED0-3B20-DC91-36D0-A07E95475274}"/>
              </a:ext>
            </a:extLst>
          </p:cNvPr>
          <p:cNvSpPr/>
          <p:nvPr/>
        </p:nvSpPr>
        <p:spPr>
          <a:xfrm>
            <a:off x="8620529" y="1996966"/>
            <a:ext cx="2782110" cy="840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>
                <a:latin typeface="Calibri" panose="020F0502020204030204" pitchFamily="34" charset="0"/>
              </a:rPr>
              <a:t>Tool for impact analysis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A6085BAC-EC44-9A48-35CA-2221491CA313}"/>
              </a:ext>
            </a:extLst>
          </p:cNvPr>
          <p:cNvSpPr/>
          <p:nvPr/>
        </p:nvSpPr>
        <p:spPr>
          <a:xfrm>
            <a:off x="2556061" y="3008586"/>
            <a:ext cx="2782110" cy="3087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A common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Identify areas of collaboration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Reuse solution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Who works on what?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latin typeface="Calibri" panose="020F0502020204030204" pitchFamily="34" charset="0"/>
            </a:endParaRP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154A2775-69EB-B90C-1D04-F00885C4D06D}"/>
              </a:ext>
            </a:extLst>
          </p:cNvPr>
          <p:cNvSpPr/>
          <p:nvPr/>
        </p:nvSpPr>
        <p:spPr>
          <a:xfrm>
            <a:off x="5588295" y="3008586"/>
            <a:ext cx="2782110" cy="3087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Mapping of existing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Identify gaps and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Steering towards goal state</a:t>
            </a:r>
            <a:endParaRPr lang="nl-NL" b="1">
              <a:latin typeface="Calibri" panose="020F0502020204030204" pitchFamily="34" charset="0"/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848350E2-D904-B829-9D79-E2753641FA7B}"/>
              </a:ext>
            </a:extLst>
          </p:cNvPr>
          <p:cNvSpPr/>
          <p:nvPr/>
        </p:nvSpPr>
        <p:spPr>
          <a:xfrm>
            <a:off x="8620529" y="3008586"/>
            <a:ext cx="2782110" cy="3087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Exposure to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Consequences of decision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</a:rPr>
              <a:t>Uncover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62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225E8C-293E-F826-0F98-A9B99695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386" y="619831"/>
            <a:ext cx="9330614" cy="649571"/>
          </a:xfrm>
        </p:spPr>
        <p:txBody>
          <a:bodyPr>
            <a:normAutofit fontScale="90000"/>
          </a:bodyPr>
          <a:lstStyle/>
          <a:p>
            <a:r>
              <a:rPr lang="nl-NL" b="1" err="1"/>
              <a:t>Our</a:t>
            </a:r>
            <a:r>
              <a:rPr lang="nl-NL" b="1"/>
              <a:t> </a:t>
            </a:r>
            <a:r>
              <a:rPr lang="nl-NL" b="1" err="1"/>
              <a:t>proposal</a:t>
            </a:r>
            <a:r>
              <a:rPr lang="nl-NL" b="1"/>
              <a:t> for the content of the reference model</a:t>
            </a: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6F04638B-7916-2B3D-92CE-7C8A4DCE675E}"/>
              </a:ext>
            </a:extLst>
          </p:cNvPr>
          <p:cNvSpPr/>
          <p:nvPr/>
        </p:nvSpPr>
        <p:spPr>
          <a:xfrm>
            <a:off x="2861387" y="1776056"/>
            <a:ext cx="2313992" cy="1091682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Values &amp; principles</a:t>
            </a: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3FE4B172-6543-DDAC-0410-4954E31549AA}"/>
              </a:ext>
            </a:extLst>
          </p:cNvPr>
          <p:cNvSpPr/>
          <p:nvPr/>
        </p:nvSpPr>
        <p:spPr>
          <a:xfrm>
            <a:off x="5175379" y="1776056"/>
            <a:ext cx="2313992" cy="1091682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Landscape overview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5F1FAE4E-6627-999C-2340-A716B0EE5B5B}"/>
              </a:ext>
            </a:extLst>
          </p:cNvPr>
          <p:cNvSpPr/>
          <p:nvPr/>
        </p:nvSpPr>
        <p:spPr>
          <a:xfrm>
            <a:off x="7489371" y="1776056"/>
            <a:ext cx="2313992" cy="1091682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Shared terminology</a:t>
            </a: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30597BAD-D360-0E60-BC1F-31DEA4124C1F}"/>
              </a:ext>
            </a:extLst>
          </p:cNvPr>
          <p:cNvSpPr/>
          <p:nvPr/>
        </p:nvSpPr>
        <p:spPr>
          <a:xfrm>
            <a:off x="9803363" y="1776056"/>
            <a:ext cx="2313992" cy="1091682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Interoperability framework</a:t>
            </a: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578209D4-EA33-5704-F53B-F722562E3193}"/>
              </a:ext>
            </a:extLst>
          </p:cNvPr>
          <p:cNvSpPr/>
          <p:nvPr/>
        </p:nvSpPr>
        <p:spPr>
          <a:xfrm>
            <a:off x="1237862" y="1776056"/>
            <a:ext cx="1623525" cy="109168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Components</a:t>
            </a:r>
            <a:endParaRPr kumimoji="0" lang="nl-NL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DE19EE5C-C45C-DC52-ABE9-0FEFE193CADD}"/>
              </a:ext>
            </a:extLst>
          </p:cNvPr>
          <p:cNvSpPr/>
          <p:nvPr/>
        </p:nvSpPr>
        <p:spPr>
          <a:xfrm>
            <a:off x="1237861" y="2867737"/>
            <a:ext cx="1623525" cy="1609529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Why?</a:t>
            </a: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DA6E1A2D-722F-F4EC-284B-25C114B2E10A}"/>
              </a:ext>
            </a:extLst>
          </p:cNvPr>
          <p:cNvSpPr/>
          <p:nvPr/>
        </p:nvSpPr>
        <p:spPr>
          <a:xfrm>
            <a:off x="2861386" y="2867737"/>
            <a:ext cx="2313992" cy="1609529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Exposure to risks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Consequences of decision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Uncover dependencies 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36B18307-E722-D8B7-1DDA-6E5E96E07F2B}"/>
              </a:ext>
            </a:extLst>
          </p:cNvPr>
          <p:cNvSpPr/>
          <p:nvPr/>
        </p:nvSpPr>
        <p:spPr>
          <a:xfrm>
            <a:off x="5175378" y="2867737"/>
            <a:ext cx="2313992" cy="1609529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Who works on what?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Identify gaps and opportunities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F3033AF9-A674-1C79-CC30-A69A0ABED0D7}"/>
              </a:ext>
            </a:extLst>
          </p:cNvPr>
          <p:cNvSpPr/>
          <p:nvPr/>
        </p:nvSpPr>
        <p:spPr>
          <a:xfrm>
            <a:off x="7489370" y="2867737"/>
            <a:ext cx="2313992" cy="1609529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common language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Reuse solution patterns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1EE652EE-88BE-971B-7D07-7A86B91973DF}"/>
              </a:ext>
            </a:extLst>
          </p:cNvPr>
          <p:cNvSpPr/>
          <p:nvPr/>
        </p:nvSpPr>
        <p:spPr>
          <a:xfrm>
            <a:off x="9803362" y="2867737"/>
            <a:ext cx="2313992" cy="1609529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Identify areas of collaboration</a:t>
            </a:r>
          </a:p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Steering towards goal state</a:t>
            </a:r>
          </a:p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FB39469F-6DC4-9C9F-9B1C-C757A321F633}"/>
              </a:ext>
            </a:extLst>
          </p:cNvPr>
          <p:cNvSpPr/>
          <p:nvPr/>
        </p:nvSpPr>
        <p:spPr>
          <a:xfrm>
            <a:off x="1237861" y="5130408"/>
            <a:ext cx="1623525" cy="1609529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Make it actionable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3381B0BD-ECD3-617C-A18D-39C804509628}"/>
              </a:ext>
            </a:extLst>
          </p:cNvPr>
          <p:cNvSpPr/>
          <p:nvPr/>
        </p:nvSpPr>
        <p:spPr>
          <a:xfrm>
            <a:off x="2861386" y="5130408"/>
            <a:ext cx="9330614" cy="1609529"/>
          </a:xfrm>
          <a:prstGeom prst="rect">
            <a:avLst/>
          </a:prstGeom>
          <a:solidFill>
            <a:srgbClr val="156082">
              <a:lumMod val="60000"/>
              <a:lumOff val="4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Self assessment tool (versions of the tool to be developed and tested along the way)</a:t>
            </a:r>
          </a:p>
        </p:txBody>
      </p:sp>
    </p:spTree>
    <p:extLst>
      <p:ext uri="{BB962C8B-B14F-4D97-AF65-F5344CB8AC3E}">
        <p14:creationId xmlns:p14="http://schemas.microsoft.com/office/powerpoint/2010/main" val="174324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0869A6-369E-0E02-9325-33DC2DE10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9426623" cy="819679"/>
          </a:xfrm>
        </p:spPr>
        <p:txBody>
          <a:bodyPr>
            <a:normAutofit fontScale="90000"/>
          </a:bodyPr>
          <a:lstStyle/>
          <a:p>
            <a:r>
              <a:rPr lang="en-GB" b="1" noProof="0"/>
              <a:t>Proposed approach to develop the reference model</a:t>
            </a:r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21106AD7-D589-389E-E96B-CAE08964E1D9}"/>
              </a:ext>
            </a:extLst>
          </p:cNvPr>
          <p:cNvSpPr/>
          <p:nvPr/>
        </p:nvSpPr>
        <p:spPr>
          <a:xfrm>
            <a:off x="1438632" y="1867595"/>
            <a:ext cx="1978090" cy="953055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Values &amp; principles</a:t>
            </a:r>
          </a:p>
        </p:txBody>
      </p:sp>
      <p:sp>
        <p:nvSpPr>
          <p:cNvPr id="29" name="Rechthoek 28">
            <a:extLst>
              <a:ext uri="{FF2B5EF4-FFF2-40B4-BE49-F238E27FC236}">
                <a16:creationId xmlns:a16="http://schemas.microsoft.com/office/drawing/2014/main" id="{51BBAE89-886F-1E2E-1BA4-327A134569AB}"/>
              </a:ext>
            </a:extLst>
          </p:cNvPr>
          <p:cNvSpPr/>
          <p:nvPr/>
        </p:nvSpPr>
        <p:spPr>
          <a:xfrm>
            <a:off x="3416722" y="1867595"/>
            <a:ext cx="1978090" cy="953055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Landscape overview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485E5C5C-891C-F5EC-BA70-3D5702F85D74}"/>
              </a:ext>
            </a:extLst>
          </p:cNvPr>
          <p:cNvSpPr/>
          <p:nvPr/>
        </p:nvSpPr>
        <p:spPr>
          <a:xfrm>
            <a:off x="5413473" y="1867595"/>
            <a:ext cx="1978090" cy="953055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Shared terminology</a:t>
            </a:r>
          </a:p>
        </p:txBody>
      </p:sp>
      <p:sp>
        <p:nvSpPr>
          <p:cNvPr id="31" name="Rechthoek 30">
            <a:extLst>
              <a:ext uri="{FF2B5EF4-FFF2-40B4-BE49-F238E27FC236}">
                <a16:creationId xmlns:a16="http://schemas.microsoft.com/office/drawing/2014/main" id="{1725C292-1B57-3D0C-1C5F-F89536E6C340}"/>
              </a:ext>
            </a:extLst>
          </p:cNvPr>
          <p:cNvSpPr/>
          <p:nvPr/>
        </p:nvSpPr>
        <p:spPr>
          <a:xfrm>
            <a:off x="7410224" y="1867595"/>
            <a:ext cx="1978090" cy="953055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Interoperability framework</a:t>
            </a: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769E9C99-C213-07A8-3589-7584B616316D}"/>
              </a:ext>
            </a:extLst>
          </p:cNvPr>
          <p:cNvSpPr/>
          <p:nvPr/>
        </p:nvSpPr>
        <p:spPr>
          <a:xfrm>
            <a:off x="9406975" y="1867595"/>
            <a:ext cx="1978089" cy="952567"/>
          </a:xfrm>
          <a:prstGeom prst="rect">
            <a:avLst/>
          </a:prstGeom>
          <a:solidFill>
            <a:srgbClr val="00B05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Additional</a:t>
            </a: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use-cases</a:t>
            </a:r>
          </a:p>
        </p:txBody>
      </p:sp>
      <p:sp>
        <p:nvSpPr>
          <p:cNvPr id="33" name="Rechthoek 32">
            <a:extLst>
              <a:ext uri="{FF2B5EF4-FFF2-40B4-BE49-F238E27FC236}">
                <a16:creationId xmlns:a16="http://schemas.microsoft.com/office/drawing/2014/main" id="{C4939BF1-B470-8238-8550-5C02CA50BF55}"/>
              </a:ext>
            </a:extLst>
          </p:cNvPr>
          <p:cNvSpPr/>
          <p:nvPr/>
        </p:nvSpPr>
        <p:spPr>
          <a:xfrm>
            <a:off x="1438631" y="1541025"/>
            <a:ext cx="9946433" cy="28510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Reference model Open Science Infrastructure</a:t>
            </a:r>
          </a:p>
        </p:txBody>
      </p:sp>
      <p:sp>
        <p:nvSpPr>
          <p:cNvPr id="34" name="Rechthoek: afgeronde hoeken 33">
            <a:extLst>
              <a:ext uri="{FF2B5EF4-FFF2-40B4-BE49-F238E27FC236}">
                <a16:creationId xmlns:a16="http://schemas.microsoft.com/office/drawing/2014/main" id="{B4EE3791-62AC-75D7-FD77-D77688F79CE8}"/>
              </a:ext>
            </a:extLst>
          </p:cNvPr>
          <p:cNvSpPr/>
          <p:nvPr/>
        </p:nvSpPr>
        <p:spPr>
          <a:xfrm>
            <a:off x="1477116" y="3101448"/>
            <a:ext cx="1936405" cy="439098"/>
          </a:xfrm>
          <a:prstGeom prst="roundRect">
            <a:avLst/>
          </a:prstGeom>
          <a:solidFill>
            <a:srgbClr val="FF0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Focus </a:t>
            </a:r>
            <a:r>
              <a:rPr kumimoji="0" lang="nl-NL" sz="16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</a:t>
            </a:r>
            <a:r>
              <a:rPr kumimoji="0" lang="nl-NL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conference</a:t>
            </a:r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D622D362-7CE0-CAF0-EE10-B03D8F2E5351}"/>
              </a:ext>
            </a:extLst>
          </p:cNvPr>
          <p:cNvSpPr/>
          <p:nvPr/>
        </p:nvSpPr>
        <p:spPr>
          <a:xfrm>
            <a:off x="244314" y="3194992"/>
            <a:ext cx="1017037" cy="35145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July</a:t>
            </a: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28A1E406-1262-B33F-6023-645A486CD849}"/>
              </a:ext>
            </a:extLst>
          </p:cNvPr>
          <p:cNvSpPr/>
          <p:nvPr/>
        </p:nvSpPr>
        <p:spPr>
          <a:xfrm>
            <a:off x="244314" y="3592197"/>
            <a:ext cx="1017037" cy="35145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Aug</a:t>
            </a:r>
          </a:p>
        </p:txBody>
      </p:sp>
      <p:sp>
        <p:nvSpPr>
          <p:cNvPr id="37" name="Rechthoek 36">
            <a:extLst>
              <a:ext uri="{FF2B5EF4-FFF2-40B4-BE49-F238E27FC236}">
                <a16:creationId xmlns:a16="http://schemas.microsoft.com/office/drawing/2014/main" id="{62B85AE6-17C2-3C43-FB36-BC7FE6328904}"/>
              </a:ext>
            </a:extLst>
          </p:cNvPr>
          <p:cNvSpPr/>
          <p:nvPr/>
        </p:nvSpPr>
        <p:spPr>
          <a:xfrm>
            <a:off x="244314" y="4051855"/>
            <a:ext cx="1017037" cy="35145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Sept</a:t>
            </a:r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21581D1F-B4AA-F453-46FB-8765C85BC9A7}"/>
              </a:ext>
            </a:extLst>
          </p:cNvPr>
          <p:cNvSpPr/>
          <p:nvPr/>
        </p:nvSpPr>
        <p:spPr>
          <a:xfrm>
            <a:off x="244314" y="4521497"/>
            <a:ext cx="1017037" cy="35145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Oct</a:t>
            </a: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54F55F36-01C2-4A41-9D27-7DE7CA052632}"/>
              </a:ext>
            </a:extLst>
          </p:cNvPr>
          <p:cNvSpPr/>
          <p:nvPr/>
        </p:nvSpPr>
        <p:spPr>
          <a:xfrm>
            <a:off x="234982" y="4950707"/>
            <a:ext cx="1017037" cy="35145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Nov</a:t>
            </a:r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61DFB88F-2A43-DF38-7CB1-D99F12BDB509}"/>
              </a:ext>
            </a:extLst>
          </p:cNvPr>
          <p:cNvSpPr/>
          <p:nvPr/>
        </p:nvSpPr>
        <p:spPr>
          <a:xfrm>
            <a:off x="244314" y="5387940"/>
            <a:ext cx="1017037" cy="35145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</a:t>
            </a:r>
          </a:p>
        </p:txBody>
      </p:sp>
      <p:sp>
        <p:nvSpPr>
          <p:cNvPr id="41" name="Rechthoek 40">
            <a:extLst>
              <a:ext uri="{FF2B5EF4-FFF2-40B4-BE49-F238E27FC236}">
                <a16:creationId xmlns:a16="http://schemas.microsoft.com/office/drawing/2014/main" id="{07818506-C803-5498-00BD-1C3E77A961C2}"/>
              </a:ext>
            </a:extLst>
          </p:cNvPr>
          <p:cNvSpPr/>
          <p:nvPr/>
        </p:nvSpPr>
        <p:spPr>
          <a:xfrm>
            <a:off x="244314" y="6327224"/>
            <a:ext cx="1017037" cy="274287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Feb 10</a:t>
            </a:r>
          </a:p>
        </p:txBody>
      </p:sp>
      <p:sp>
        <p:nvSpPr>
          <p:cNvPr id="42" name="Rechthoek 41">
            <a:extLst>
              <a:ext uri="{FF2B5EF4-FFF2-40B4-BE49-F238E27FC236}">
                <a16:creationId xmlns:a16="http://schemas.microsoft.com/office/drawing/2014/main" id="{3B05138C-16E5-D161-52D0-B8E23640D31D}"/>
              </a:ext>
            </a:extLst>
          </p:cNvPr>
          <p:cNvSpPr/>
          <p:nvPr/>
        </p:nvSpPr>
        <p:spPr>
          <a:xfrm>
            <a:off x="234983" y="5830895"/>
            <a:ext cx="1017037" cy="35145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Jan</a:t>
            </a:r>
          </a:p>
        </p:txBody>
      </p:sp>
      <p:sp>
        <p:nvSpPr>
          <p:cNvPr id="44" name="Rechthoek: afgeronde hoeken 43">
            <a:extLst>
              <a:ext uri="{FF2B5EF4-FFF2-40B4-BE49-F238E27FC236}">
                <a16:creationId xmlns:a16="http://schemas.microsoft.com/office/drawing/2014/main" id="{4799C033-65D4-5B41-646E-F77B76E7E686}"/>
              </a:ext>
            </a:extLst>
          </p:cNvPr>
          <p:cNvSpPr/>
          <p:nvPr/>
        </p:nvSpPr>
        <p:spPr>
          <a:xfrm>
            <a:off x="1447961" y="4618596"/>
            <a:ext cx="10024966" cy="212128"/>
          </a:xfrm>
          <a:prstGeom prst="roundRect">
            <a:avLst/>
          </a:prstGeom>
          <a:solidFill>
            <a:srgbClr val="E97132">
              <a:lumMod val="5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 &amp; </a:t>
            </a:r>
            <a:r>
              <a:rPr kumimoji="0" lang="nl-NL" sz="18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discuss</a:t>
            </a: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reference model as a </a:t>
            </a:r>
            <a:r>
              <a:rPr kumimoji="0" lang="nl-NL" sz="18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whole</a:t>
            </a: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- workshop at Open Science Festival (</a:t>
            </a:r>
            <a:r>
              <a:rPr kumimoji="0" lang="nl-NL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14 </a:t>
            </a:r>
            <a:r>
              <a:rPr kumimoji="0" lang="nl-NL" sz="14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Oct</a:t>
            </a:r>
            <a:r>
              <a:rPr kumimoji="0" lang="nl-NL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 submitted)</a:t>
            </a:r>
          </a:p>
        </p:txBody>
      </p:sp>
      <p:sp>
        <p:nvSpPr>
          <p:cNvPr id="45" name="Rechthoek: afgeronde hoeken 44">
            <a:extLst>
              <a:ext uri="{FF2B5EF4-FFF2-40B4-BE49-F238E27FC236}">
                <a16:creationId xmlns:a16="http://schemas.microsoft.com/office/drawing/2014/main" id="{E9F88C6C-E16F-A707-C285-D6EBBAD039BF}"/>
              </a:ext>
            </a:extLst>
          </p:cNvPr>
          <p:cNvSpPr/>
          <p:nvPr/>
        </p:nvSpPr>
        <p:spPr>
          <a:xfrm>
            <a:off x="1477116" y="5021901"/>
            <a:ext cx="9995812" cy="351456"/>
          </a:xfrm>
          <a:prstGeom prst="roundRect">
            <a:avLst/>
          </a:prstGeom>
          <a:solidFill>
            <a:srgbClr val="E9713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Additional</a:t>
            </a: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workshops t.b.d.</a:t>
            </a:r>
          </a:p>
        </p:txBody>
      </p:sp>
      <p:sp>
        <p:nvSpPr>
          <p:cNvPr id="46" name="Rechthoek: afgeronde hoeken 45">
            <a:extLst>
              <a:ext uri="{FF2B5EF4-FFF2-40B4-BE49-F238E27FC236}">
                <a16:creationId xmlns:a16="http://schemas.microsoft.com/office/drawing/2014/main" id="{5418BF2E-426B-9F86-D942-C19F9537D9D9}"/>
              </a:ext>
            </a:extLst>
          </p:cNvPr>
          <p:cNvSpPr/>
          <p:nvPr/>
        </p:nvSpPr>
        <p:spPr>
          <a:xfrm>
            <a:off x="1457294" y="5612631"/>
            <a:ext cx="10024966" cy="336502"/>
          </a:xfrm>
          <a:prstGeom prst="roundRect">
            <a:avLst/>
          </a:prstGeom>
          <a:solidFill>
            <a:srgbClr val="E97132">
              <a:lumMod val="5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Interim report </a:t>
            </a:r>
          </a:p>
        </p:txBody>
      </p:sp>
      <p:sp>
        <p:nvSpPr>
          <p:cNvPr id="47" name="Rechthoek: afgeronde hoeken 46">
            <a:extLst>
              <a:ext uri="{FF2B5EF4-FFF2-40B4-BE49-F238E27FC236}">
                <a16:creationId xmlns:a16="http://schemas.microsoft.com/office/drawing/2014/main" id="{6548D0AE-6AC7-ED8F-3A15-6C3AFBDB09DF}"/>
              </a:ext>
            </a:extLst>
          </p:cNvPr>
          <p:cNvSpPr/>
          <p:nvPr/>
        </p:nvSpPr>
        <p:spPr>
          <a:xfrm>
            <a:off x="1457292" y="6268836"/>
            <a:ext cx="10024967" cy="336502"/>
          </a:xfrm>
          <a:prstGeom prst="roundRect">
            <a:avLst/>
          </a:prstGeom>
          <a:solidFill>
            <a:srgbClr val="E97132">
              <a:lumMod val="5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Next steps conference </a:t>
            </a:r>
            <a:r>
              <a:rPr kumimoji="0" lang="nl-NL" sz="18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February</a:t>
            </a:r>
            <a:r>
              <a: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10</a:t>
            </a:r>
          </a:p>
        </p:txBody>
      </p:sp>
      <p:sp>
        <p:nvSpPr>
          <p:cNvPr id="48" name="Rechthoek: afgeronde hoeken 47">
            <a:extLst>
              <a:ext uri="{FF2B5EF4-FFF2-40B4-BE49-F238E27FC236}">
                <a16:creationId xmlns:a16="http://schemas.microsoft.com/office/drawing/2014/main" id="{B95107C1-AFBE-3958-47F8-4A7B8F6EF67D}"/>
              </a:ext>
            </a:extLst>
          </p:cNvPr>
          <p:cNvSpPr/>
          <p:nvPr/>
        </p:nvSpPr>
        <p:spPr>
          <a:xfrm>
            <a:off x="3541909" y="4009573"/>
            <a:ext cx="2698877" cy="513435"/>
          </a:xfrm>
          <a:prstGeom prst="roundRect">
            <a:avLst/>
          </a:prstGeom>
          <a:solidFill>
            <a:srgbClr val="E9713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Dedicated workshop</a:t>
            </a:r>
          </a:p>
        </p:txBody>
      </p:sp>
      <p:sp>
        <p:nvSpPr>
          <p:cNvPr id="49" name="Rechthoek: afgeronde hoeken 48">
            <a:extLst>
              <a:ext uri="{FF2B5EF4-FFF2-40B4-BE49-F238E27FC236}">
                <a16:creationId xmlns:a16="http://schemas.microsoft.com/office/drawing/2014/main" id="{9B5B74FD-4E01-2BB2-E2B3-6F6DFF0C555B}"/>
              </a:ext>
            </a:extLst>
          </p:cNvPr>
          <p:cNvSpPr/>
          <p:nvPr/>
        </p:nvSpPr>
        <p:spPr>
          <a:xfrm>
            <a:off x="6399148" y="4008062"/>
            <a:ext cx="2989166" cy="506178"/>
          </a:xfrm>
          <a:prstGeom prst="roundRect">
            <a:avLst/>
          </a:prstGeom>
          <a:solidFill>
            <a:srgbClr val="E9713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Dedicated workshop</a:t>
            </a:r>
          </a:p>
        </p:txBody>
      </p:sp>
      <p:sp>
        <p:nvSpPr>
          <p:cNvPr id="50" name="Rechthoek: afgeronde hoeken 49">
            <a:extLst>
              <a:ext uri="{FF2B5EF4-FFF2-40B4-BE49-F238E27FC236}">
                <a16:creationId xmlns:a16="http://schemas.microsoft.com/office/drawing/2014/main" id="{08D28180-5542-87B4-2A12-D2899A1D2186}"/>
              </a:ext>
            </a:extLst>
          </p:cNvPr>
          <p:cNvSpPr/>
          <p:nvPr/>
        </p:nvSpPr>
        <p:spPr>
          <a:xfrm>
            <a:off x="9513499" y="4005136"/>
            <a:ext cx="1959428" cy="506178"/>
          </a:xfrm>
          <a:prstGeom prst="roundRect">
            <a:avLst/>
          </a:prstGeom>
          <a:solidFill>
            <a:srgbClr val="E9713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Workshop CS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Workshop OER</a:t>
            </a:r>
          </a:p>
        </p:txBody>
      </p:sp>
      <p:sp>
        <p:nvSpPr>
          <p:cNvPr id="51" name="Rechthoek: afgeronde hoeken 50">
            <a:extLst>
              <a:ext uri="{FF2B5EF4-FFF2-40B4-BE49-F238E27FC236}">
                <a16:creationId xmlns:a16="http://schemas.microsoft.com/office/drawing/2014/main" id="{6798D847-99DF-6570-D036-1A7DF3880E7E}"/>
              </a:ext>
            </a:extLst>
          </p:cNvPr>
          <p:cNvSpPr/>
          <p:nvPr/>
        </p:nvSpPr>
        <p:spPr>
          <a:xfrm>
            <a:off x="1457292" y="3603279"/>
            <a:ext cx="1955150" cy="448576"/>
          </a:xfrm>
          <a:prstGeom prst="roundRect">
            <a:avLst/>
          </a:prstGeom>
          <a:solidFill>
            <a:srgbClr val="FF0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Online </a:t>
            </a:r>
            <a:r>
              <a:rPr kumimoji="0" lang="nl-NL" sz="16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consultation</a:t>
            </a:r>
            <a:endParaRPr kumimoji="0" lang="nl-NL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Rechthoek: afgeronde hoeken 51">
            <a:extLst>
              <a:ext uri="{FF2B5EF4-FFF2-40B4-BE49-F238E27FC236}">
                <a16:creationId xmlns:a16="http://schemas.microsoft.com/office/drawing/2014/main" id="{67987B9C-3397-44AE-09AC-E3398F262C68}"/>
              </a:ext>
            </a:extLst>
          </p:cNvPr>
          <p:cNvSpPr/>
          <p:nvPr/>
        </p:nvSpPr>
        <p:spPr>
          <a:xfrm>
            <a:off x="1457292" y="4154006"/>
            <a:ext cx="1978090" cy="402876"/>
          </a:xfrm>
          <a:prstGeom prst="roundRect">
            <a:avLst/>
          </a:prstGeom>
          <a:solidFill>
            <a:srgbClr val="FF0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Self</a:t>
            </a:r>
            <a:r>
              <a:rPr kumimoji="0" lang="nl-NL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assessment tool test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0E443B-F480-31E1-F1A0-7F45E97BFD6C}"/>
              </a:ext>
            </a:extLst>
          </p:cNvPr>
          <p:cNvCxnSpPr>
            <a:stCxn id="29" idx="2"/>
            <a:endCxn id="48" idx="0"/>
          </p:cNvCxnSpPr>
          <p:nvPr/>
        </p:nvCxnSpPr>
        <p:spPr>
          <a:xfrm>
            <a:off x="4405767" y="2820650"/>
            <a:ext cx="485581" cy="1188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441B02-3513-95AE-A943-3E5E2AC5D785}"/>
              </a:ext>
            </a:extLst>
          </p:cNvPr>
          <p:cNvCxnSpPr>
            <a:cxnSpLocks/>
            <a:stCxn id="30" idx="2"/>
            <a:endCxn id="48" idx="0"/>
          </p:cNvCxnSpPr>
          <p:nvPr/>
        </p:nvCxnSpPr>
        <p:spPr>
          <a:xfrm flipH="1">
            <a:off x="4891348" y="2820650"/>
            <a:ext cx="1511170" cy="1188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BF8193-7645-4909-BD66-46E8CBC8252F}"/>
              </a:ext>
            </a:extLst>
          </p:cNvPr>
          <p:cNvCxnSpPr>
            <a:cxnSpLocks/>
          </p:cNvCxnSpPr>
          <p:nvPr/>
        </p:nvCxnSpPr>
        <p:spPr>
          <a:xfrm flipH="1">
            <a:off x="8035764" y="2881901"/>
            <a:ext cx="470029" cy="1123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CF7D55-69ED-5D7D-CA8E-47B1E61173BA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6402518" y="2820650"/>
            <a:ext cx="1633246" cy="1184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A653A5-9ACA-0EA4-8DA9-E2199BC24F5E}"/>
              </a:ext>
            </a:extLst>
          </p:cNvPr>
          <p:cNvCxnSpPr>
            <a:cxnSpLocks/>
          </p:cNvCxnSpPr>
          <p:nvPr/>
        </p:nvCxnSpPr>
        <p:spPr>
          <a:xfrm>
            <a:off x="10374053" y="2798244"/>
            <a:ext cx="0" cy="1163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69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DAE676-7792-EFA8-151D-CCDFD824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b="1" err="1"/>
              <a:t>Values</a:t>
            </a:r>
            <a:r>
              <a:rPr lang="nl-NL" b="1"/>
              <a:t> &amp; principles – </a:t>
            </a:r>
            <a:r>
              <a:rPr lang="nl-NL" b="1" err="1"/>
              <a:t>questions</a:t>
            </a:r>
            <a:r>
              <a:rPr lang="nl-NL" b="1"/>
              <a:t> </a:t>
            </a:r>
            <a:r>
              <a:rPr lang="nl-NL" b="1" err="1"/>
              <a:t>for</a:t>
            </a:r>
            <a:r>
              <a:rPr lang="nl-NL" b="1"/>
              <a:t> </a:t>
            </a:r>
            <a:r>
              <a:rPr lang="nl-NL" b="1" err="1"/>
              <a:t>the</a:t>
            </a:r>
            <a:r>
              <a:rPr lang="nl-NL" b="1"/>
              <a:t> break out </a:t>
            </a:r>
            <a:r>
              <a:rPr lang="nl-NL" b="1" err="1"/>
              <a:t>groups</a:t>
            </a:r>
            <a:endParaRPr lang="nl-NL" b="1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AE58D01-E9A0-C656-3B7D-E1759A8FA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3717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96D35E-D776-8B76-1BBF-0CDBF78B9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942" y="624110"/>
            <a:ext cx="10583058" cy="878869"/>
          </a:xfrm>
        </p:spPr>
        <p:txBody>
          <a:bodyPr>
            <a:noAutofit/>
          </a:bodyPr>
          <a:lstStyle/>
          <a:p>
            <a:r>
              <a:rPr lang="nl-NL" sz="3000" b="1" err="1"/>
              <a:t>Values</a:t>
            </a:r>
            <a:r>
              <a:rPr lang="nl-NL" sz="3000" b="1"/>
              <a:t> &amp; principles for an </a:t>
            </a:r>
            <a:r>
              <a:rPr lang="nl-NL" sz="3000" b="1" err="1"/>
              <a:t>integrated</a:t>
            </a:r>
            <a:r>
              <a:rPr lang="nl-NL" sz="3000" b="1"/>
              <a:t> Open Science Infrastructure</a:t>
            </a:r>
            <a:br>
              <a:rPr lang="nl-NL" sz="3000" b="1"/>
            </a:br>
            <a:r>
              <a:rPr lang="nl-NL" sz="2800" b="1" i="1" err="1"/>
              <a:t>what</a:t>
            </a:r>
            <a:r>
              <a:rPr lang="nl-NL" sz="2800" b="1" i="1"/>
              <a:t> we </a:t>
            </a:r>
            <a:r>
              <a:rPr lang="nl-NL" sz="2800" b="1" i="1" err="1"/>
              <a:t>prepared</a:t>
            </a:r>
            <a:endParaRPr lang="nl-NL" sz="2800" b="1" i="1"/>
          </a:p>
        </p:txBody>
      </p:sp>
      <p:sp>
        <p:nvSpPr>
          <p:cNvPr id="3" name="Rechthoek 15">
            <a:extLst>
              <a:ext uri="{FF2B5EF4-FFF2-40B4-BE49-F238E27FC236}">
                <a16:creationId xmlns:a16="http://schemas.microsoft.com/office/drawing/2014/main" id="{35593F06-C2A1-BCD4-4C62-A649D386F58C}"/>
              </a:ext>
            </a:extLst>
          </p:cNvPr>
          <p:cNvSpPr/>
          <p:nvPr/>
        </p:nvSpPr>
        <p:spPr>
          <a:xfrm>
            <a:off x="3641082" y="1702483"/>
            <a:ext cx="2393571" cy="1091682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Quality and integrity</a:t>
            </a:r>
          </a:p>
        </p:txBody>
      </p:sp>
      <p:sp>
        <p:nvSpPr>
          <p:cNvPr id="4" name="Rechthoek 16">
            <a:extLst>
              <a:ext uri="{FF2B5EF4-FFF2-40B4-BE49-F238E27FC236}">
                <a16:creationId xmlns:a16="http://schemas.microsoft.com/office/drawing/2014/main" id="{205B06BE-5AB7-7C10-6065-5906B29E310B}"/>
              </a:ext>
            </a:extLst>
          </p:cNvPr>
          <p:cNvSpPr/>
          <p:nvPr/>
        </p:nvSpPr>
        <p:spPr>
          <a:xfrm>
            <a:off x="6096000" y="1702483"/>
            <a:ext cx="2313992" cy="1091682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kern="0">
                <a:solidFill>
                  <a:prstClr val="white"/>
                </a:solidFill>
                <a:latin typeface="Aptos" panose="02110004020202020204"/>
              </a:rPr>
              <a:t>Collective benefit</a:t>
            </a:r>
            <a:endParaRPr kumimoji="0" lang="en-GB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hthoek 17">
            <a:extLst>
              <a:ext uri="{FF2B5EF4-FFF2-40B4-BE49-F238E27FC236}">
                <a16:creationId xmlns:a16="http://schemas.microsoft.com/office/drawing/2014/main" id="{FB428562-A974-C268-3728-74CEA1D9C5E3}"/>
              </a:ext>
            </a:extLst>
          </p:cNvPr>
          <p:cNvSpPr/>
          <p:nvPr/>
        </p:nvSpPr>
        <p:spPr>
          <a:xfrm>
            <a:off x="8471338" y="1702483"/>
            <a:ext cx="2393572" cy="1091682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Equity, fairness,</a:t>
            </a:r>
            <a:r>
              <a:rPr kumimoji="0" lang="en-GB" sz="1800" b="1" i="0" u="none" strike="noStrike" kern="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diversity </a:t>
            </a:r>
            <a:r>
              <a:rPr lang="en-GB" b="1" kern="0">
                <a:solidFill>
                  <a:prstClr val="white"/>
                </a:solidFill>
                <a:latin typeface="Aptos" panose="02110004020202020204"/>
              </a:rPr>
              <a:t>&amp; inclusion</a:t>
            </a:r>
            <a:endParaRPr kumimoji="0" lang="en-GB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hthoek 18">
            <a:extLst>
              <a:ext uri="{FF2B5EF4-FFF2-40B4-BE49-F238E27FC236}">
                <a16:creationId xmlns:a16="http://schemas.microsoft.com/office/drawing/2014/main" id="{EE2C6095-A283-B5D9-D837-6E22759CB129}"/>
              </a:ext>
            </a:extLst>
          </p:cNvPr>
          <p:cNvSpPr/>
          <p:nvPr/>
        </p:nvSpPr>
        <p:spPr>
          <a:xfrm>
            <a:off x="9067852" y="3173738"/>
            <a:ext cx="1809495" cy="1091682"/>
          </a:xfrm>
          <a:prstGeom prst="rect">
            <a:avLst/>
          </a:prstGeom>
          <a:solidFill>
            <a:srgbClr val="00B0F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Interoperability</a:t>
            </a:r>
          </a:p>
        </p:txBody>
      </p:sp>
      <p:sp>
        <p:nvSpPr>
          <p:cNvPr id="7" name="Rechthoek 19">
            <a:extLst>
              <a:ext uri="{FF2B5EF4-FFF2-40B4-BE49-F238E27FC236}">
                <a16:creationId xmlns:a16="http://schemas.microsoft.com/office/drawing/2014/main" id="{3CFFA326-3D8A-11C6-FAA6-4B7FCB374EF6}"/>
              </a:ext>
            </a:extLst>
          </p:cNvPr>
          <p:cNvSpPr/>
          <p:nvPr/>
        </p:nvSpPr>
        <p:spPr>
          <a:xfrm>
            <a:off x="1608942" y="1702483"/>
            <a:ext cx="2032142" cy="109168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Values</a:t>
            </a:r>
            <a:r>
              <a:rPr kumimoji="0" lang="nl-NL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UNESCO as </a:t>
            </a:r>
            <a:r>
              <a:rPr kumimoji="0" lang="nl-NL" sz="18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starting</a:t>
            </a:r>
            <a:r>
              <a:rPr kumimoji="0" lang="nl-NL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point</a:t>
            </a:r>
          </a:p>
        </p:txBody>
      </p:sp>
      <p:sp>
        <p:nvSpPr>
          <p:cNvPr id="8" name="Rechthoek 15">
            <a:extLst>
              <a:ext uri="{FF2B5EF4-FFF2-40B4-BE49-F238E27FC236}">
                <a16:creationId xmlns:a16="http://schemas.microsoft.com/office/drawing/2014/main" id="{A8D9279A-9ED3-DCC0-FC6A-C05396096BD8}"/>
              </a:ext>
            </a:extLst>
          </p:cNvPr>
          <p:cNvSpPr/>
          <p:nvPr/>
        </p:nvSpPr>
        <p:spPr>
          <a:xfrm>
            <a:off x="3640225" y="3173738"/>
            <a:ext cx="1809495" cy="1091682"/>
          </a:xfrm>
          <a:prstGeom prst="rect">
            <a:avLst/>
          </a:prstGeom>
          <a:solidFill>
            <a:srgbClr val="00B0F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Openness</a:t>
            </a:r>
          </a:p>
        </p:txBody>
      </p:sp>
      <p:sp>
        <p:nvSpPr>
          <p:cNvPr id="9" name="Rechthoek 16">
            <a:extLst>
              <a:ext uri="{FF2B5EF4-FFF2-40B4-BE49-F238E27FC236}">
                <a16:creationId xmlns:a16="http://schemas.microsoft.com/office/drawing/2014/main" id="{F0FB5837-AA74-0FB2-FAEB-CB1D82282F3C}"/>
              </a:ext>
            </a:extLst>
          </p:cNvPr>
          <p:cNvSpPr/>
          <p:nvPr/>
        </p:nvSpPr>
        <p:spPr>
          <a:xfrm>
            <a:off x="5449720" y="3173738"/>
            <a:ext cx="1809495" cy="1091682"/>
          </a:xfrm>
          <a:prstGeom prst="rect">
            <a:avLst/>
          </a:prstGeom>
          <a:solidFill>
            <a:srgbClr val="00B0F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kern="0">
                <a:solidFill>
                  <a:prstClr val="white"/>
                </a:solidFill>
                <a:latin typeface="Aptos" panose="02110004020202020204"/>
              </a:rPr>
              <a:t>Autonomy</a:t>
            </a:r>
            <a:endParaRPr kumimoji="0" lang="en-GB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hthoek 17">
            <a:extLst>
              <a:ext uri="{FF2B5EF4-FFF2-40B4-BE49-F238E27FC236}">
                <a16:creationId xmlns:a16="http://schemas.microsoft.com/office/drawing/2014/main" id="{EA849A16-2C02-4061-9C36-8821980458F3}"/>
              </a:ext>
            </a:extLst>
          </p:cNvPr>
          <p:cNvSpPr/>
          <p:nvPr/>
        </p:nvSpPr>
        <p:spPr>
          <a:xfrm>
            <a:off x="7258357" y="3173738"/>
            <a:ext cx="1809495" cy="1091682"/>
          </a:xfrm>
          <a:prstGeom prst="rect">
            <a:avLst/>
          </a:prstGeom>
          <a:solidFill>
            <a:srgbClr val="00B0F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Sustainability</a:t>
            </a:r>
          </a:p>
        </p:txBody>
      </p:sp>
      <p:sp>
        <p:nvSpPr>
          <p:cNvPr id="11" name="Rechthoek 19">
            <a:extLst>
              <a:ext uri="{FF2B5EF4-FFF2-40B4-BE49-F238E27FC236}">
                <a16:creationId xmlns:a16="http://schemas.microsoft.com/office/drawing/2014/main" id="{DBE69E5E-DE31-F529-D8A6-550EFBE673F6}"/>
              </a:ext>
            </a:extLst>
          </p:cNvPr>
          <p:cNvSpPr/>
          <p:nvPr/>
        </p:nvSpPr>
        <p:spPr>
          <a:xfrm>
            <a:off x="1608942" y="3173931"/>
            <a:ext cx="2032141" cy="109168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b="1" kern="0" err="1">
                <a:solidFill>
                  <a:prstClr val="black"/>
                </a:solidFill>
                <a:latin typeface="Aptos" panose="02110004020202020204"/>
              </a:rPr>
              <a:t>Guiding</a:t>
            </a:r>
            <a:r>
              <a:rPr lang="nl-NL" b="1" kern="0">
                <a:solidFill>
                  <a:prstClr val="black"/>
                </a:solidFill>
                <a:latin typeface="Aptos" panose="02110004020202020204"/>
              </a:rPr>
              <a:t> p</a:t>
            </a:r>
            <a:r>
              <a:rPr kumimoji="0" lang="nl-NL" sz="18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rinciples</a:t>
            </a:r>
            <a:r>
              <a:rPr kumimoji="0" lang="nl-NL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for </a:t>
            </a:r>
            <a:r>
              <a:rPr lang="nl-NL" b="1" kern="0">
                <a:solidFill>
                  <a:prstClr val="black"/>
                </a:solidFill>
                <a:latin typeface="Aptos" panose="02110004020202020204"/>
              </a:rPr>
              <a:t>OSI</a:t>
            </a:r>
          </a:p>
        </p:txBody>
      </p:sp>
      <p:sp>
        <p:nvSpPr>
          <p:cNvPr id="12" name="Rechthoek 18">
            <a:extLst>
              <a:ext uri="{FF2B5EF4-FFF2-40B4-BE49-F238E27FC236}">
                <a16:creationId xmlns:a16="http://schemas.microsoft.com/office/drawing/2014/main" id="{3083F01A-4600-CD25-EF78-E56AEC67502E}"/>
              </a:ext>
            </a:extLst>
          </p:cNvPr>
          <p:cNvSpPr/>
          <p:nvPr/>
        </p:nvSpPr>
        <p:spPr>
          <a:xfrm>
            <a:off x="9067852" y="4464924"/>
            <a:ext cx="1809495" cy="1091682"/>
          </a:xfrm>
          <a:prstGeom prst="rect">
            <a:avLst/>
          </a:prstGeom>
          <a:solidFill>
            <a:srgbClr val="00B0F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 kern="0" dirty="0">
                <a:solidFill>
                  <a:prstClr val="white"/>
                </a:solidFill>
                <a:latin typeface="Aptos" panose="02110004020202020204"/>
              </a:rPr>
              <a:t>Seamless user-experience</a:t>
            </a:r>
            <a:endParaRPr kumimoji="0" lang="en-GB" sz="16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13" name="Rechthoek 15">
            <a:extLst>
              <a:ext uri="{FF2B5EF4-FFF2-40B4-BE49-F238E27FC236}">
                <a16:creationId xmlns:a16="http://schemas.microsoft.com/office/drawing/2014/main" id="{D31534E7-CD59-D1F3-76A2-5BCE02741285}"/>
              </a:ext>
            </a:extLst>
          </p:cNvPr>
          <p:cNvSpPr/>
          <p:nvPr/>
        </p:nvSpPr>
        <p:spPr>
          <a:xfrm>
            <a:off x="3640225" y="4464924"/>
            <a:ext cx="1809495" cy="1091682"/>
          </a:xfrm>
          <a:prstGeom prst="rect">
            <a:avLst/>
          </a:prstGeom>
          <a:solidFill>
            <a:srgbClr val="00B0F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Transparent processes</a:t>
            </a:r>
          </a:p>
        </p:txBody>
      </p:sp>
      <p:sp>
        <p:nvSpPr>
          <p:cNvPr id="14" name="Rechthoek 16">
            <a:extLst>
              <a:ext uri="{FF2B5EF4-FFF2-40B4-BE49-F238E27FC236}">
                <a16:creationId xmlns:a16="http://schemas.microsoft.com/office/drawing/2014/main" id="{08EDDB9A-53D5-95BD-FC8E-BF8628FC7856}"/>
              </a:ext>
            </a:extLst>
          </p:cNvPr>
          <p:cNvSpPr/>
          <p:nvPr/>
        </p:nvSpPr>
        <p:spPr>
          <a:xfrm>
            <a:off x="5449720" y="4464924"/>
            <a:ext cx="1809495" cy="1091682"/>
          </a:xfrm>
          <a:prstGeom prst="rect">
            <a:avLst/>
          </a:prstGeom>
          <a:solidFill>
            <a:srgbClr val="00B0F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</a:rPr>
              <a:t>…</a:t>
            </a:r>
          </a:p>
        </p:txBody>
      </p:sp>
      <p:sp>
        <p:nvSpPr>
          <p:cNvPr id="15" name="Rechthoek 17">
            <a:extLst>
              <a:ext uri="{FF2B5EF4-FFF2-40B4-BE49-F238E27FC236}">
                <a16:creationId xmlns:a16="http://schemas.microsoft.com/office/drawing/2014/main" id="{9BEF5A50-60CA-416F-B388-43FD5CE9FF45}"/>
              </a:ext>
            </a:extLst>
          </p:cNvPr>
          <p:cNvSpPr/>
          <p:nvPr/>
        </p:nvSpPr>
        <p:spPr>
          <a:xfrm>
            <a:off x="7258357" y="4464924"/>
            <a:ext cx="1809495" cy="1091682"/>
          </a:xfrm>
          <a:prstGeom prst="rect">
            <a:avLst/>
          </a:prstGeom>
          <a:solidFill>
            <a:srgbClr val="00B0F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</a:rPr>
              <a:t>Enduring access and availability</a:t>
            </a:r>
          </a:p>
        </p:txBody>
      </p:sp>
      <p:sp>
        <p:nvSpPr>
          <p:cNvPr id="16" name="Rechthoek 19">
            <a:extLst>
              <a:ext uri="{FF2B5EF4-FFF2-40B4-BE49-F238E27FC236}">
                <a16:creationId xmlns:a16="http://schemas.microsoft.com/office/drawing/2014/main" id="{EDE9442F-41CF-4D53-D781-6F8B1E22AD44}"/>
              </a:ext>
            </a:extLst>
          </p:cNvPr>
          <p:cNvSpPr/>
          <p:nvPr/>
        </p:nvSpPr>
        <p:spPr>
          <a:xfrm>
            <a:off x="1608942" y="4465117"/>
            <a:ext cx="2032141" cy="109168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b="1" kern="0" err="1">
                <a:solidFill>
                  <a:prstClr val="black"/>
                </a:solidFill>
                <a:latin typeface="Aptos" panose="02110004020202020204"/>
              </a:rPr>
              <a:t>Subp</a:t>
            </a:r>
            <a:r>
              <a:rPr kumimoji="0" lang="nl-NL" sz="18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rinciples</a:t>
            </a:r>
            <a:r>
              <a:rPr kumimoji="0" lang="nl-NL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lang="nl-NL" b="1" kern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7" name="Rechthoek 18">
            <a:extLst>
              <a:ext uri="{FF2B5EF4-FFF2-40B4-BE49-F238E27FC236}">
                <a16:creationId xmlns:a16="http://schemas.microsoft.com/office/drawing/2014/main" id="{A056DAA6-909B-BCC9-0A60-85EA83D2AA7D}"/>
              </a:ext>
            </a:extLst>
          </p:cNvPr>
          <p:cNvSpPr/>
          <p:nvPr/>
        </p:nvSpPr>
        <p:spPr>
          <a:xfrm>
            <a:off x="9066994" y="5688049"/>
            <a:ext cx="1809495" cy="1091682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1400" kern="0" dirty="0">
                <a:solidFill>
                  <a:prstClr val="white"/>
                </a:solidFill>
                <a:latin typeface="Aptos" panose="02110004020202020204"/>
              </a:rPr>
              <a:t>Reuse open standards</a:t>
            </a:r>
          </a:p>
        </p:txBody>
      </p:sp>
      <p:sp>
        <p:nvSpPr>
          <p:cNvPr id="18" name="Rechthoek 15">
            <a:extLst>
              <a:ext uri="{FF2B5EF4-FFF2-40B4-BE49-F238E27FC236}">
                <a16:creationId xmlns:a16="http://schemas.microsoft.com/office/drawing/2014/main" id="{C425D7F0-3924-590B-8E09-07E83AF0BDCC}"/>
              </a:ext>
            </a:extLst>
          </p:cNvPr>
          <p:cNvSpPr/>
          <p:nvPr/>
        </p:nvSpPr>
        <p:spPr>
          <a:xfrm>
            <a:off x="3639367" y="5688049"/>
            <a:ext cx="1809495" cy="1091682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Develop all</a:t>
            </a:r>
            <a:r>
              <a:rPr kumimoji="0" lang="en-GB" sz="1600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software as open source</a:t>
            </a:r>
            <a:endParaRPr kumimoji="0" lang="en-GB" sz="16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hthoek 16">
            <a:extLst>
              <a:ext uri="{FF2B5EF4-FFF2-40B4-BE49-F238E27FC236}">
                <a16:creationId xmlns:a16="http://schemas.microsoft.com/office/drawing/2014/main" id="{7A574ACB-4539-1FF4-8320-42E5354DDC5A}"/>
              </a:ext>
            </a:extLst>
          </p:cNvPr>
          <p:cNvSpPr/>
          <p:nvPr/>
        </p:nvSpPr>
        <p:spPr>
          <a:xfrm>
            <a:off x="5448862" y="5688049"/>
            <a:ext cx="1809495" cy="1091682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</a:rPr>
              <a:t>…</a:t>
            </a:r>
          </a:p>
        </p:txBody>
      </p:sp>
      <p:sp>
        <p:nvSpPr>
          <p:cNvPr id="20" name="Rechthoek 17">
            <a:extLst>
              <a:ext uri="{FF2B5EF4-FFF2-40B4-BE49-F238E27FC236}">
                <a16:creationId xmlns:a16="http://schemas.microsoft.com/office/drawing/2014/main" id="{BE4DD3FB-B9E2-AD11-DB75-2E3C6EF6B30B}"/>
              </a:ext>
            </a:extLst>
          </p:cNvPr>
          <p:cNvSpPr/>
          <p:nvPr/>
        </p:nvSpPr>
        <p:spPr>
          <a:xfrm>
            <a:off x="7257499" y="5688049"/>
            <a:ext cx="1809495" cy="1091682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</a:rPr>
              <a:t>…</a:t>
            </a:r>
          </a:p>
        </p:txBody>
      </p:sp>
      <p:sp>
        <p:nvSpPr>
          <p:cNvPr id="21" name="Rechthoek 19">
            <a:extLst>
              <a:ext uri="{FF2B5EF4-FFF2-40B4-BE49-F238E27FC236}">
                <a16:creationId xmlns:a16="http://schemas.microsoft.com/office/drawing/2014/main" id="{88664ECE-0CA4-6EC5-8F69-D542FE058330}"/>
              </a:ext>
            </a:extLst>
          </p:cNvPr>
          <p:cNvSpPr/>
          <p:nvPr/>
        </p:nvSpPr>
        <p:spPr>
          <a:xfrm>
            <a:off x="1608084" y="5688242"/>
            <a:ext cx="2032141" cy="109168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b="1" kern="0" dirty="0" err="1">
                <a:solidFill>
                  <a:prstClr val="black"/>
                </a:solidFill>
                <a:latin typeface="Aptos" panose="02110004020202020204"/>
              </a:rPr>
              <a:t>Enablers</a:t>
            </a:r>
            <a:r>
              <a:rPr lang="nl-NL" b="1" kern="0" dirty="0">
                <a:solidFill>
                  <a:prstClr val="black"/>
                </a:solidFill>
                <a:latin typeface="Aptos" panose="02110004020202020204"/>
              </a:rPr>
              <a:t>/ practices/ </a:t>
            </a:r>
            <a:r>
              <a:rPr lang="nl-NL" b="1" kern="0" dirty="0">
                <a:solidFill>
                  <a:schemeClr val="bg1">
                    <a:lumMod val="65000"/>
                  </a:schemeClr>
                </a:solidFill>
                <a:latin typeface="Aptos" panose="02110004020202020204"/>
              </a:rPr>
              <a:t>[</a:t>
            </a:r>
            <a:r>
              <a:rPr lang="nl-NL" b="1" kern="0" dirty="0" err="1">
                <a:solidFill>
                  <a:schemeClr val="bg1">
                    <a:lumMod val="65000"/>
                  </a:schemeClr>
                </a:solidFill>
                <a:latin typeface="Aptos" panose="02110004020202020204"/>
              </a:rPr>
              <a:t>consequences</a:t>
            </a:r>
            <a:r>
              <a:rPr lang="nl-NL" b="1" kern="0" dirty="0">
                <a:solidFill>
                  <a:schemeClr val="bg1">
                    <a:lumMod val="65000"/>
                  </a:schemeClr>
                </a:solidFill>
                <a:latin typeface="Aptos" panose="02110004020202020204"/>
              </a:rPr>
              <a:t>/ actions]</a:t>
            </a:r>
            <a:r>
              <a:rPr kumimoji="0" lang="nl-NL" sz="18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ptos" panose="02110004020202020204"/>
              </a:rPr>
              <a:t> </a:t>
            </a:r>
            <a:endParaRPr lang="nl-NL" b="1" kern="0" dirty="0">
              <a:solidFill>
                <a:schemeClr val="bg1">
                  <a:lumMod val="65000"/>
                </a:schemeClr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3901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ABFC-03A6-6987-D79E-9A1EFDE7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>
                <a:latin typeface="Calibri"/>
                <a:ea typeface="Calibri"/>
                <a:cs typeface="Calibri"/>
              </a:rPr>
              <a:t>Break-out groups 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E2E5D-2C68-EEFE-D13A-DC7CD2E6A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576552"/>
            <a:ext cx="9602789" cy="5281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 b="1" noProof="0" dirty="0"/>
              <a:t>Questions:</a:t>
            </a:r>
          </a:p>
          <a:p>
            <a:pPr>
              <a:buFont typeface="+mj-lt"/>
              <a:buAutoNum type="arabicPeriod"/>
            </a:pPr>
            <a:r>
              <a:rPr lang="en-US" sz="2400" noProof="0" dirty="0"/>
              <a:t>Add or change the principles and subprinciples</a:t>
            </a:r>
          </a:p>
          <a:p>
            <a:pPr>
              <a:buFont typeface="+mj-lt"/>
              <a:buAutoNum type="arabicPeriod"/>
            </a:pPr>
            <a:r>
              <a:rPr lang="en-US" sz="2400" noProof="0" dirty="0"/>
              <a:t>What are the potential enablers/practices supporting the (sub-) principles?</a:t>
            </a:r>
          </a:p>
          <a:p>
            <a:pPr>
              <a:buFont typeface="+mj-lt"/>
              <a:buAutoNum type="arabicPeriod"/>
            </a:pPr>
            <a:r>
              <a:rPr lang="en-US" sz="2400" noProof="0" dirty="0"/>
              <a:t>Any other comment</a:t>
            </a:r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r>
              <a:rPr lang="en-GB" sz="2400" b="1" noProof="0" dirty="0"/>
              <a:t>Practicalities: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noProof="0" dirty="0"/>
              <a:t>7 per group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noProof="0" dirty="0"/>
              <a:t>Handout and worksheet available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This room and room 2.01 (max 3 groups) or spaces in the corridors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Calibri"/>
                <a:ea typeface="Calibri"/>
                <a:cs typeface="Calibri"/>
              </a:rPr>
              <a:t>Restart here at 15.30h for plenary discussions</a:t>
            </a:r>
            <a:endParaRPr lang="en-GB" sz="2400" dirty="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400" b="1" noProof="0" dirty="0"/>
          </a:p>
          <a:p>
            <a:pPr>
              <a:buFont typeface="Wingdings" panose="05000000000000000000" pitchFamily="2" charset="2"/>
              <a:buChar char="§"/>
            </a:pPr>
            <a:endParaRPr lang="en-GB" sz="2400" b="1" noProof="0" dirty="0"/>
          </a:p>
          <a:p>
            <a:pPr>
              <a:buFont typeface="+mj-lt"/>
              <a:buAutoNum type="arabicPeriod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95667098"/>
      </p:ext>
    </p:extLst>
  </p:cSld>
  <p:clrMapOvr>
    <a:masterClrMapping/>
  </p:clrMapOvr>
</p:sld>
</file>

<file path=ppt/theme/theme1.xml><?xml version="1.0" encoding="utf-8"?>
<a:theme xmlns:a="http://schemas.openxmlformats.org/drawingml/2006/main" name="Sliert">
  <a:themeElements>
    <a:clrScheme name="Sliert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Slier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ert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b56041-f469-46ab-a667-ae07b6fc5753">
      <Terms xmlns="http://schemas.microsoft.com/office/infopath/2007/PartnerControls"/>
    </lcf76f155ced4ddcb4097134ff3c332f>
    <TaxCatchAll xmlns="0aaef11e-1ec4-4946-9315-49494f9dd8f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44E7D8CDF21640A2CB411A004C26AA" ma:contentTypeVersion="10" ma:contentTypeDescription="Een nieuw document maken." ma:contentTypeScope="" ma:versionID="5571d524830e1e711489a780dd207a60">
  <xsd:schema xmlns:xsd="http://www.w3.org/2001/XMLSchema" xmlns:xs="http://www.w3.org/2001/XMLSchema" xmlns:p="http://schemas.microsoft.com/office/2006/metadata/properties" xmlns:ns2="99b56041-f469-46ab-a667-ae07b6fc5753" xmlns:ns3="0aaef11e-1ec4-4946-9315-49494f9dd8f0" targetNamespace="http://schemas.microsoft.com/office/2006/metadata/properties" ma:root="true" ma:fieldsID="a2e7f60d39c59efe92c4fc60ff36ba6f" ns2:_="" ns3:_="">
    <xsd:import namespace="99b56041-f469-46ab-a667-ae07b6fc5753"/>
    <xsd:import namespace="0aaef11e-1ec4-4946-9315-49494f9dd8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b56041-f469-46ab-a667-ae07b6fc57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c6f371a7-af1e-4863-b830-9db92276c5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aef11e-1ec4-4946-9315-49494f9dd8f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cff2cf2-b4c2-4aac-9eec-a8b1a547ebdd}" ma:internalName="TaxCatchAll" ma:showField="CatchAllData" ma:web="0aaef11e-1ec4-4946-9315-49494f9dd8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850EE7-0F63-4EF3-9120-1A7659AB371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6819518-49B6-4522-BF33-705A44FEF5A4}"/>
</file>

<file path=customXml/itemProps3.xml><?xml version="1.0" encoding="utf-8"?>
<ds:datastoreItem xmlns:ds="http://schemas.openxmlformats.org/officeDocument/2006/customXml" ds:itemID="{84241528-BF7C-4086-95DA-B7CF623E6D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1324</Words>
  <Application>Microsoft Office PowerPoint</Application>
  <PresentationFormat>Widescreen</PresentationFormat>
  <Paragraphs>231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Calibri</vt:lpstr>
      <vt:lpstr>Courier New</vt:lpstr>
      <vt:lpstr>Inter</vt:lpstr>
      <vt:lpstr>Wingdings</vt:lpstr>
      <vt:lpstr>Wingdings 3</vt:lpstr>
      <vt:lpstr>Sliert</vt:lpstr>
      <vt:lpstr>Creating conditions for a coherent and connected Open Science infrastructure landscape</vt:lpstr>
      <vt:lpstr>Programme </vt:lpstr>
      <vt:lpstr>Introduction to SPII</vt:lpstr>
      <vt:lpstr>National Open Science Ambitions</vt:lpstr>
      <vt:lpstr>Many investments in OS-infra</vt:lpstr>
      <vt:lpstr>Towards a reference model for a coherent and connected Open Science infrastructure landscape</vt:lpstr>
      <vt:lpstr>Stepping stones towards SPII</vt:lpstr>
      <vt:lpstr>Conditions for SPII 2026</vt:lpstr>
      <vt:lpstr>SPII programme organisation</vt:lpstr>
      <vt:lpstr>Recap SPII results 2025</vt:lpstr>
      <vt:lpstr>Why an Open Science infrastructure and what is it?</vt:lpstr>
      <vt:lpstr>PowerPoint Presentation</vt:lpstr>
      <vt:lpstr>Approach SPII 2026:  Developing a reference model</vt:lpstr>
      <vt:lpstr>PowerPoint Presentation</vt:lpstr>
      <vt:lpstr>Reference model for Open Science infrastructure</vt:lpstr>
      <vt:lpstr>Focus and choices proposed for 2026</vt:lpstr>
      <vt:lpstr>Development of the reference model for the technical aspects</vt:lpstr>
      <vt:lpstr>Why a reference model?</vt:lpstr>
      <vt:lpstr>Our proposal for the content of the reference model</vt:lpstr>
      <vt:lpstr>Proposed approach to develop the reference model</vt:lpstr>
      <vt:lpstr>Values &amp; principles – questions for the break out groups</vt:lpstr>
      <vt:lpstr>Values &amp; principles for an integrated Open Science Infrastructure what we prepared</vt:lpstr>
      <vt:lpstr>Break-out groups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Maurits van der Graaf</dc:creator>
  <cp:lastModifiedBy>Maurits van der Graaf</cp:lastModifiedBy>
  <cp:revision>3</cp:revision>
  <dcterms:created xsi:type="dcterms:W3CDTF">2026-06-21T08:46:08Z</dcterms:created>
  <dcterms:modified xsi:type="dcterms:W3CDTF">2026-06-25T06:15:13Z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0x010100A444E7D8CDF21640A2CB411A004C26AA</vt:lpwstr>
  </property>
</Properties>
</file>